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18"/>
  </p:notesMasterIdLst>
  <p:sldIdLst>
    <p:sldId id="256" r:id="rId2"/>
    <p:sldId id="259" r:id="rId3"/>
    <p:sldId id="260" r:id="rId4"/>
    <p:sldId id="257" r:id="rId5"/>
    <p:sldId id="258" r:id="rId6"/>
    <p:sldId id="263" r:id="rId7"/>
    <p:sldId id="264" r:id="rId8"/>
    <p:sldId id="266" r:id="rId9"/>
    <p:sldId id="288" r:id="rId10"/>
    <p:sldId id="271" r:id="rId11"/>
    <p:sldId id="273" r:id="rId12"/>
    <p:sldId id="275" r:id="rId13"/>
    <p:sldId id="280" r:id="rId14"/>
    <p:sldId id="281" r:id="rId15"/>
    <p:sldId id="28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3447" autoAdjust="0"/>
  </p:normalViewPr>
  <p:slideViewPr>
    <p:cSldViewPr snapToGrid="0">
      <p:cViewPr varScale="1">
        <p:scale>
          <a:sx n="76" d="100"/>
          <a:sy n="76" d="100"/>
        </p:scale>
        <p:origin x="6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0D221F-1C07-4170-A1ED-C4000CDB55CD}" type="doc">
      <dgm:prSet loTypeId="urn:microsoft.com/office/officeart/2018/2/layout/IconVerticalSolidList" loCatId="icon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8EA7E4-939F-4527-BBBE-E1E744CB4A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</a:t>
          </a:r>
          <a:r>
            <a:rPr lang="en-IN"/>
            <a:t>bstract</a:t>
          </a:r>
          <a:endParaRPr lang="en-US"/>
        </a:p>
      </dgm:t>
    </dgm:pt>
    <dgm:pt modelId="{DBCAFCD5-FA2B-4CD9-BAEE-7A34AF2152CE}" type="parTrans" cxnId="{DCE81D64-FBBE-4F2A-B4DF-12DF469C3D26}">
      <dgm:prSet/>
      <dgm:spPr/>
      <dgm:t>
        <a:bodyPr/>
        <a:lstStyle/>
        <a:p>
          <a:endParaRPr lang="en-US"/>
        </a:p>
      </dgm:t>
    </dgm:pt>
    <dgm:pt modelId="{2443883D-EB4D-428B-B7A1-6155E758046D}" type="sibTrans" cxnId="{DCE81D64-FBBE-4F2A-B4DF-12DF469C3D26}">
      <dgm:prSet/>
      <dgm:spPr/>
      <dgm:t>
        <a:bodyPr/>
        <a:lstStyle/>
        <a:p>
          <a:endParaRPr lang="en-US"/>
        </a:p>
      </dgm:t>
    </dgm:pt>
    <dgm:pt modelId="{118428D5-C2B4-4A97-B7FD-A629C4953D1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Introduction</a:t>
          </a:r>
          <a:endParaRPr lang="en-US" dirty="0"/>
        </a:p>
      </dgm:t>
    </dgm:pt>
    <dgm:pt modelId="{B88EE62C-A569-4043-8B2D-7619C1418488}" type="parTrans" cxnId="{7589218D-04B0-480B-A69B-AC5C2285E945}">
      <dgm:prSet/>
      <dgm:spPr/>
      <dgm:t>
        <a:bodyPr/>
        <a:lstStyle/>
        <a:p>
          <a:endParaRPr lang="en-US"/>
        </a:p>
      </dgm:t>
    </dgm:pt>
    <dgm:pt modelId="{CC0FB689-740C-459C-929D-D95825936E94}" type="sibTrans" cxnId="{7589218D-04B0-480B-A69B-AC5C2285E945}">
      <dgm:prSet/>
      <dgm:spPr/>
      <dgm:t>
        <a:bodyPr/>
        <a:lstStyle/>
        <a:p>
          <a:endParaRPr lang="en-US"/>
        </a:p>
      </dgm:t>
    </dgm:pt>
    <dgm:pt modelId="{6024A832-D4EB-4923-A644-160F7D90ABD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Existing System</a:t>
          </a:r>
          <a:endParaRPr lang="en-US"/>
        </a:p>
      </dgm:t>
    </dgm:pt>
    <dgm:pt modelId="{FDB24147-993C-4339-BAFC-57688392D30F}" type="parTrans" cxnId="{7BC9B003-3AF9-46A5-B339-0989C83B7CB6}">
      <dgm:prSet/>
      <dgm:spPr/>
      <dgm:t>
        <a:bodyPr/>
        <a:lstStyle/>
        <a:p>
          <a:endParaRPr lang="en-US"/>
        </a:p>
      </dgm:t>
    </dgm:pt>
    <dgm:pt modelId="{E4F4FD2E-5E6F-41CE-BB2F-EFD8C1E8E12C}" type="sibTrans" cxnId="{7BC9B003-3AF9-46A5-B339-0989C83B7CB6}">
      <dgm:prSet/>
      <dgm:spPr/>
      <dgm:t>
        <a:bodyPr/>
        <a:lstStyle/>
        <a:p>
          <a:endParaRPr lang="en-US"/>
        </a:p>
      </dgm:t>
    </dgm:pt>
    <dgm:pt modelId="{F9778ED9-D652-4710-9568-E48E28F270F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Proposed System</a:t>
          </a:r>
          <a:endParaRPr lang="en-US"/>
        </a:p>
      </dgm:t>
    </dgm:pt>
    <dgm:pt modelId="{E2AD9D74-8D7C-4B31-8DB5-722C8285C129}" type="parTrans" cxnId="{8E19CE13-F8C1-4D03-B2FF-95BB9664F1C5}">
      <dgm:prSet/>
      <dgm:spPr/>
      <dgm:t>
        <a:bodyPr/>
        <a:lstStyle/>
        <a:p>
          <a:endParaRPr lang="en-US"/>
        </a:p>
      </dgm:t>
    </dgm:pt>
    <dgm:pt modelId="{A61153F6-214C-4BCD-9676-2F8154ECBE39}" type="sibTrans" cxnId="{8E19CE13-F8C1-4D03-B2FF-95BB9664F1C5}">
      <dgm:prSet/>
      <dgm:spPr/>
      <dgm:t>
        <a:bodyPr/>
        <a:lstStyle/>
        <a:p>
          <a:endParaRPr lang="en-US"/>
        </a:p>
      </dgm:t>
    </dgm:pt>
    <dgm:pt modelId="{FD79569F-2A03-4FD1-9244-1ECC43A01D5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Data Flow Diagram</a:t>
          </a:r>
          <a:endParaRPr lang="en-US"/>
        </a:p>
      </dgm:t>
    </dgm:pt>
    <dgm:pt modelId="{617919D6-7FDC-4D70-A284-3AB9C26687E6}" type="parTrans" cxnId="{8E0B38BC-596C-495E-98FC-ADC7433D98E1}">
      <dgm:prSet/>
      <dgm:spPr/>
      <dgm:t>
        <a:bodyPr/>
        <a:lstStyle/>
        <a:p>
          <a:endParaRPr lang="en-US"/>
        </a:p>
      </dgm:t>
    </dgm:pt>
    <dgm:pt modelId="{DDF611EB-4DFC-499E-90E5-2928A6326AD7}" type="sibTrans" cxnId="{8E0B38BC-596C-495E-98FC-ADC7433D98E1}">
      <dgm:prSet/>
      <dgm:spPr/>
      <dgm:t>
        <a:bodyPr/>
        <a:lstStyle/>
        <a:p>
          <a:endParaRPr lang="en-US"/>
        </a:p>
      </dgm:t>
    </dgm:pt>
    <dgm:pt modelId="{68919A5C-C6DF-468F-ADD3-DA6862BA70F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Methodology</a:t>
          </a:r>
          <a:endParaRPr lang="en-US"/>
        </a:p>
      </dgm:t>
    </dgm:pt>
    <dgm:pt modelId="{CDB86E69-D0D5-4396-A116-CCF1D02D89F2}" type="parTrans" cxnId="{8A730ABE-B1CA-432F-9191-3B6569D36AF8}">
      <dgm:prSet/>
      <dgm:spPr/>
      <dgm:t>
        <a:bodyPr/>
        <a:lstStyle/>
        <a:p>
          <a:endParaRPr lang="en-US"/>
        </a:p>
      </dgm:t>
    </dgm:pt>
    <dgm:pt modelId="{A26C56F5-7A2A-4DC0-9350-4F21AA643A4B}" type="sibTrans" cxnId="{8A730ABE-B1CA-432F-9191-3B6569D36AF8}">
      <dgm:prSet/>
      <dgm:spPr/>
      <dgm:t>
        <a:bodyPr/>
        <a:lstStyle/>
        <a:p>
          <a:endParaRPr lang="en-US"/>
        </a:p>
      </dgm:t>
    </dgm:pt>
    <dgm:pt modelId="{C89809A4-EA9C-45E5-94C9-AB7850699B8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Conclusion</a:t>
          </a:r>
          <a:endParaRPr lang="en-US"/>
        </a:p>
      </dgm:t>
    </dgm:pt>
    <dgm:pt modelId="{E54C4A73-B419-4C3B-AA4B-D2E5C9C46062}" type="parTrans" cxnId="{EEF6DAC1-C792-4180-9EBD-AEACCFA0F6A9}">
      <dgm:prSet/>
      <dgm:spPr/>
      <dgm:t>
        <a:bodyPr/>
        <a:lstStyle/>
        <a:p>
          <a:endParaRPr lang="en-US"/>
        </a:p>
      </dgm:t>
    </dgm:pt>
    <dgm:pt modelId="{C91ED265-23D4-484A-8BA1-C495EB56771F}" type="sibTrans" cxnId="{EEF6DAC1-C792-4180-9EBD-AEACCFA0F6A9}">
      <dgm:prSet/>
      <dgm:spPr/>
      <dgm:t>
        <a:bodyPr/>
        <a:lstStyle/>
        <a:p>
          <a:endParaRPr lang="en-US"/>
        </a:p>
      </dgm:t>
    </dgm:pt>
    <dgm:pt modelId="{3537892B-F338-4253-8D0D-A47DF454AB7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References</a:t>
          </a:r>
          <a:endParaRPr lang="en-US"/>
        </a:p>
      </dgm:t>
    </dgm:pt>
    <dgm:pt modelId="{6D737ADB-8B3D-470F-969C-494331DB1FEF}" type="parTrans" cxnId="{D23A2F6A-59EC-4913-8F49-F137C1008655}">
      <dgm:prSet/>
      <dgm:spPr/>
      <dgm:t>
        <a:bodyPr/>
        <a:lstStyle/>
        <a:p>
          <a:endParaRPr lang="en-US"/>
        </a:p>
      </dgm:t>
    </dgm:pt>
    <dgm:pt modelId="{174B5F37-ED77-4C2D-83A5-6918D05F7928}" type="sibTrans" cxnId="{D23A2F6A-59EC-4913-8F49-F137C1008655}">
      <dgm:prSet/>
      <dgm:spPr/>
      <dgm:t>
        <a:bodyPr/>
        <a:lstStyle/>
        <a:p>
          <a:endParaRPr lang="en-US"/>
        </a:p>
      </dgm:t>
    </dgm:pt>
    <dgm:pt modelId="{EBC4391E-09B4-4F2C-A2A2-3DB2BA587477}" type="pres">
      <dgm:prSet presAssocID="{040D221F-1C07-4170-A1ED-C4000CDB55CD}" presName="root" presStyleCnt="0">
        <dgm:presLayoutVars>
          <dgm:dir/>
          <dgm:resizeHandles val="exact"/>
        </dgm:presLayoutVars>
      </dgm:prSet>
      <dgm:spPr/>
    </dgm:pt>
    <dgm:pt modelId="{04C500D7-EDE6-45BF-9741-02957DEA2E5E}" type="pres">
      <dgm:prSet presAssocID="{1B8EA7E4-939F-4527-BBBE-E1E744CB4A08}" presName="compNode" presStyleCnt="0"/>
      <dgm:spPr/>
    </dgm:pt>
    <dgm:pt modelId="{AE741DE2-CA7A-4119-B6DD-F35E40FBB96C}" type="pres">
      <dgm:prSet presAssocID="{1B8EA7E4-939F-4527-BBBE-E1E744CB4A08}" presName="bgRect" presStyleLbl="bgShp" presStyleIdx="0" presStyleCnt="8"/>
      <dgm:spPr/>
    </dgm:pt>
    <dgm:pt modelId="{28229D33-2E15-4854-9AB2-80CBF7BFF8D2}" type="pres">
      <dgm:prSet presAssocID="{1B8EA7E4-939F-4527-BBBE-E1E744CB4A08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rg"/>
        </a:ext>
      </dgm:extLst>
    </dgm:pt>
    <dgm:pt modelId="{A8751279-F639-4328-B074-9E98FCD437EA}" type="pres">
      <dgm:prSet presAssocID="{1B8EA7E4-939F-4527-BBBE-E1E744CB4A08}" presName="spaceRect" presStyleCnt="0"/>
      <dgm:spPr/>
    </dgm:pt>
    <dgm:pt modelId="{422B3B07-CB01-4531-8161-10243238A665}" type="pres">
      <dgm:prSet presAssocID="{1B8EA7E4-939F-4527-BBBE-E1E744CB4A08}" presName="parTx" presStyleLbl="revTx" presStyleIdx="0" presStyleCnt="8">
        <dgm:presLayoutVars>
          <dgm:chMax val="0"/>
          <dgm:chPref val="0"/>
        </dgm:presLayoutVars>
      </dgm:prSet>
      <dgm:spPr/>
    </dgm:pt>
    <dgm:pt modelId="{236234E4-A7AB-40D6-9C47-7B005275BAA8}" type="pres">
      <dgm:prSet presAssocID="{2443883D-EB4D-428B-B7A1-6155E758046D}" presName="sibTrans" presStyleCnt="0"/>
      <dgm:spPr/>
    </dgm:pt>
    <dgm:pt modelId="{F646C360-007D-4880-9D4E-44E6B4B52B4B}" type="pres">
      <dgm:prSet presAssocID="{118428D5-C2B4-4A97-B7FD-A629C4953D12}" presName="compNode" presStyleCnt="0"/>
      <dgm:spPr/>
    </dgm:pt>
    <dgm:pt modelId="{7EEE5E72-3927-4816-B5E7-E8C1F038715A}" type="pres">
      <dgm:prSet presAssocID="{118428D5-C2B4-4A97-B7FD-A629C4953D12}" presName="bgRect" presStyleLbl="bgShp" presStyleIdx="1" presStyleCnt="8"/>
      <dgm:spPr/>
    </dgm:pt>
    <dgm:pt modelId="{7188732B-B94B-4BC0-A1CA-32D26731D4A6}" type="pres">
      <dgm:prSet presAssocID="{118428D5-C2B4-4A97-B7FD-A629C4953D12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BD3CAD62-52FE-4B91-9272-C969FFF2DE17}" type="pres">
      <dgm:prSet presAssocID="{118428D5-C2B4-4A97-B7FD-A629C4953D12}" presName="spaceRect" presStyleCnt="0"/>
      <dgm:spPr/>
    </dgm:pt>
    <dgm:pt modelId="{EC265896-6478-4F45-A1FF-13119457ED69}" type="pres">
      <dgm:prSet presAssocID="{118428D5-C2B4-4A97-B7FD-A629C4953D12}" presName="parTx" presStyleLbl="revTx" presStyleIdx="1" presStyleCnt="8">
        <dgm:presLayoutVars>
          <dgm:chMax val="0"/>
          <dgm:chPref val="0"/>
        </dgm:presLayoutVars>
      </dgm:prSet>
      <dgm:spPr/>
    </dgm:pt>
    <dgm:pt modelId="{4FC1FE5E-F90E-46DE-9497-47435701B0AC}" type="pres">
      <dgm:prSet presAssocID="{CC0FB689-740C-459C-929D-D95825936E94}" presName="sibTrans" presStyleCnt="0"/>
      <dgm:spPr/>
    </dgm:pt>
    <dgm:pt modelId="{425E4B49-1163-4D51-B773-42261138267B}" type="pres">
      <dgm:prSet presAssocID="{6024A832-D4EB-4923-A644-160F7D90ABDE}" presName="compNode" presStyleCnt="0"/>
      <dgm:spPr/>
    </dgm:pt>
    <dgm:pt modelId="{9656B071-9C2A-47FD-8B4C-7062CBB859BC}" type="pres">
      <dgm:prSet presAssocID="{6024A832-D4EB-4923-A644-160F7D90ABDE}" presName="bgRect" presStyleLbl="bgShp" presStyleIdx="2" presStyleCnt="8"/>
      <dgm:spPr/>
    </dgm:pt>
    <dgm:pt modelId="{5805CDFB-5402-44B2-A71F-37BB8B839A9B}" type="pres">
      <dgm:prSet presAssocID="{6024A832-D4EB-4923-A644-160F7D90ABDE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ploy"/>
        </a:ext>
      </dgm:extLst>
    </dgm:pt>
    <dgm:pt modelId="{5D010006-4AC0-49FF-80E8-8D1B268777A8}" type="pres">
      <dgm:prSet presAssocID="{6024A832-D4EB-4923-A644-160F7D90ABDE}" presName="spaceRect" presStyleCnt="0"/>
      <dgm:spPr/>
    </dgm:pt>
    <dgm:pt modelId="{DA504319-D278-4DAF-A9BF-651EEFCF4934}" type="pres">
      <dgm:prSet presAssocID="{6024A832-D4EB-4923-A644-160F7D90ABDE}" presName="parTx" presStyleLbl="revTx" presStyleIdx="2" presStyleCnt="8">
        <dgm:presLayoutVars>
          <dgm:chMax val="0"/>
          <dgm:chPref val="0"/>
        </dgm:presLayoutVars>
      </dgm:prSet>
      <dgm:spPr/>
    </dgm:pt>
    <dgm:pt modelId="{249EA162-A1A4-4DE9-AB74-4CFFF8C5C4CC}" type="pres">
      <dgm:prSet presAssocID="{E4F4FD2E-5E6F-41CE-BB2F-EFD8C1E8E12C}" presName="sibTrans" presStyleCnt="0"/>
      <dgm:spPr/>
    </dgm:pt>
    <dgm:pt modelId="{9B5F6931-B0BE-45AB-A788-0B06532DB64B}" type="pres">
      <dgm:prSet presAssocID="{F9778ED9-D652-4710-9568-E48E28F270FF}" presName="compNode" presStyleCnt="0"/>
      <dgm:spPr/>
    </dgm:pt>
    <dgm:pt modelId="{198B9661-DE95-463B-BA11-DF0CFB904A15}" type="pres">
      <dgm:prSet presAssocID="{F9778ED9-D652-4710-9568-E48E28F270FF}" presName="bgRect" presStyleLbl="bgShp" presStyleIdx="3" presStyleCnt="8"/>
      <dgm:spPr/>
    </dgm:pt>
    <dgm:pt modelId="{0D363E26-2B3C-4D9C-8DE2-14D5DE28E8C4}" type="pres">
      <dgm:prSet presAssocID="{F9778ED9-D652-4710-9568-E48E28F270FF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ment Urgent"/>
        </a:ext>
      </dgm:extLst>
    </dgm:pt>
    <dgm:pt modelId="{7F1ED231-3612-4AF8-BC7C-E4E805E87618}" type="pres">
      <dgm:prSet presAssocID="{F9778ED9-D652-4710-9568-E48E28F270FF}" presName="spaceRect" presStyleCnt="0"/>
      <dgm:spPr/>
    </dgm:pt>
    <dgm:pt modelId="{084B9800-EA2D-4BFE-B2CF-2D0566DE8616}" type="pres">
      <dgm:prSet presAssocID="{F9778ED9-D652-4710-9568-E48E28F270FF}" presName="parTx" presStyleLbl="revTx" presStyleIdx="3" presStyleCnt="8">
        <dgm:presLayoutVars>
          <dgm:chMax val="0"/>
          <dgm:chPref val="0"/>
        </dgm:presLayoutVars>
      </dgm:prSet>
      <dgm:spPr/>
    </dgm:pt>
    <dgm:pt modelId="{673D1593-85FC-42E8-8DF5-A4114EA212A7}" type="pres">
      <dgm:prSet presAssocID="{A61153F6-214C-4BCD-9676-2F8154ECBE39}" presName="sibTrans" presStyleCnt="0"/>
      <dgm:spPr/>
    </dgm:pt>
    <dgm:pt modelId="{0EF37D27-7A19-4A81-B773-04C5F635DF42}" type="pres">
      <dgm:prSet presAssocID="{FD79569F-2A03-4FD1-9244-1ECC43A01D54}" presName="compNode" presStyleCnt="0"/>
      <dgm:spPr/>
    </dgm:pt>
    <dgm:pt modelId="{A6B7B40F-74B7-4FFA-9623-E8BCDA3573EF}" type="pres">
      <dgm:prSet presAssocID="{FD79569F-2A03-4FD1-9244-1ECC43A01D54}" presName="bgRect" presStyleLbl="bgShp" presStyleIdx="4" presStyleCnt="8"/>
      <dgm:spPr/>
    </dgm:pt>
    <dgm:pt modelId="{45045ABD-71C5-43A3-90FB-9CE34251EBEE}" type="pres">
      <dgm:prSet presAssocID="{FD79569F-2A03-4FD1-9244-1ECC43A01D54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flows"/>
        </a:ext>
      </dgm:extLst>
    </dgm:pt>
    <dgm:pt modelId="{543E8E60-00DF-4A78-B377-830F7B57C46E}" type="pres">
      <dgm:prSet presAssocID="{FD79569F-2A03-4FD1-9244-1ECC43A01D54}" presName="spaceRect" presStyleCnt="0"/>
      <dgm:spPr/>
    </dgm:pt>
    <dgm:pt modelId="{4DA3C3CF-5E63-4212-81F4-28E977C1C2EC}" type="pres">
      <dgm:prSet presAssocID="{FD79569F-2A03-4FD1-9244-1ECC43A01D54}" presName="parTx" presStyleLbl="revTx" presStyleIdx="4" presStyleCnt="8">
        <dgm:presLayoutVars>
          <dgm:chMax val="0"/>
          <dgm:chPref val="0"/>
        </dgm:presLayoutVars>
      </dgm:prSet>
      <dgm:spPr/>
    </dgm:pt>
    <dgm:pt modelId="{6283D7B4-2668-464D-B182-EB7361D823FC}" type="pres">
      <dgm:prSet presAssocID="{DDF611EB-4DFC-499E-90E5-2928A6326AD7}" presName="sibTrans" presStyleCnt="0"/>
      <dgm:spPr/>
    </dgm:pt>
    <dgm:pt modelId="{7D3E4254-8139-4124-BF4C-65637B9FB76F}" type="pres">
      <dgm:prSet presAssocID="{68919A5C-C6DF-468F-ADD3-DA6862BA70F6}" presName="compNode" presStyleCnt="0"/>
      <dgm:spPr/>
    </dgm:pt>
    <dgm:pt modelId="{52FDCEED-43B7-4D89-BA58-1162486B5172}" type="pres">
      <dgm:prSet presAssocID="{68919A5C-C6DF-468F-ADD3-DA6862BA70F6}" presName="bgRect" presStyleLbl="bgShp" presStyleIdx="5" presStyleCnt="8"/>
      <dgm:spPr/>
    </dgm:pt>
    <dgm:pt modelId="{9760210A-4178-4994-AA4F-BFA12A39A7BC}" type="pres">
      <dgm:prSet presAssocID="{68919A5C-C6DF-468F-ADD3-DA6862BA70F6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Enrollment"/>
        </a:ext>
      </dgm:extLst>
    </dgm:pt>
    <dgm:pt modelId="{42619E41-F456-4941-9D66-45851B24960A}" type="pres">
      <dgm:prSet presAssocID="{68919A5C-C6DF-468F-ADD3-DA6862BA70F6}" presName="spaceRect" presStyleCnt="0"/>
      <dgm:spPr/>
    </dgm:pt>
    <dgm:pt modelId="{7EF797D1-1114-4B55-8FCE-14E821D57239}" type="pres">
      <dgm:prSet presAssocID="{68919A5C-C6DF-468F-ADD3-DA6862BA70F6}" presName="parTx" presStyleLbl="revTx" presStyleIdx="5" presStyleCnt="8">
        <dgm:presLayoutVars>
          <dgm:chMax val="0"/>
          <dgm:chPref val="0"/>
        </dgm:presLayoutVars>
      </dgm:prSet>
      <dgm:spPr/>
    </dgm:pt>
    <dgm:pt modelId="{B45B3CE8-9DB8-486C-B0B1-2E21E8DC6031}" type="pres">
      <dgm:prSet presAssocID="{A26C56F5-7A2A-4DC0-9350-4F21AA643A4B}" presName="sibTrans" presStyleCnt="0"/>
      <dgm:spPr/>
    </dgm:pt>
    <dgm:pt modelId="{7CA26704-2C1F-4FA5-8E00-8641E0B555B7}" type="pres">
      <dgm:prSet presAssocID="{C89809A4-EA9C-45E5-94C9-AB7850699B81}" presName="compNode" presStyleCnt="0"/>
      <dgm:spPr/>
    </dgm:pt>
    <dgm:pt modelId="{8A2B748F-D0DF-4F68-A88D-3530A5348FD6}" type="pres">
      <dgm:prSet presAssocID="{C89809A4-EA9C-45E5-94C9-AB7850699B81}" presName="bgRect" presStyleLbl="bgShp" presStyleIdx="6" presStyleCnt="8"/>
      <dgm:spPr/>
    </dgm:pt>
    <dgm:pt modelId="{533D1199-5FAF-44C7-AD88-D7BEAFBE3E04}" type="pres">
      <dgm:prSet presAssocID="{C89809A4-EA9C-45E5-94C9-AB7850699B81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364846A0-EFF9-412B-9795-B47A24F5BEE2}" type="pres">
      <dgm:prSet presAssocID="{C89809A4-EA9C-45E5-94C9-AB7850699B81}" presName="spaceRect" presStyleCnt="0"/>
      <dgm:spPr/>
    </dgm:pt>
    <dgm:pt modelId="{0F8D8FE0-3F50-474F-9B12-ED5A86B01549}" type="pres">
      <dgm:prSet presAssocID="{C89809A4-EA9C-45E5-94C9-AB7850699B81}" presName="parTx" presStyleLbl="revTx" presStyleIdx="6" presStyleCnt="8">
        <dgm:presLayoutVars>
          <dgm:chMax val="0"/>
          <dgm:chPref val="0"/>
        </dgm:presLayoutVars>
      </dgm:prSet>
      <dgm:spPr/>
    </dgm:pt>
    <dgm:pt modelId="{49844D4D-BC62-4A16-BFA6-F0E4AE161CF2}" type="pres">
      <dgm:prSet presAssocID="{C91ED265-23D4-484A-8BA1-C495EB56771F}" presName="sibTrans" presStyleCnt="0"/>
      <dgm:spPr/>
    </dgm:pt>
    <dgm:pt modelId="{34F80F25-EF3B-4E66-8B8D-9ADBB986CF4F}" type="pres">
      <dgm:prSet presAssocID="{3537892B-F338-4253-8D0D-A47DF454AB7F}" presName="compNode" presStyleCnt="0"/>
      <dgm:spPr/>
    </dgm:pt>
    <dgm:pt modelId="{76A5593A-FCBC-4950-A6C1-F8970727B761}" type="pres">
      <dgm:prSet presAssocID="{3537892B-F338-4253-8D0D-A47DF454AB7F}" presName="bgRect" presStyleLbl="bgShp" presStyleIdx="7" presStyleCnt="8"/>
      <dgm:spPr/>
    </dgm:pt>
    <dgm:pt modelId="{9F7DC710-3471-4254-AD02-2802C4472600}" type="pres">
      <dgm:prSet presAssocID="{3537892B-F338-4253-8D0D-A47DF454AB7F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oter"/>
        </a:ext>
      </dgm:extLst>
    </dgm:pt>
    <dgm:pt modelId="{A6EDED12-5840-47D2-8349-7D9CBE0F13B5}" type="pres">
      <dgm:prSet presAssocID="{3537892B-F338-4253-8D0D-A47DF454AB7F}" presName="spaceRect" presStyleCnt="0"/>
      <dgm:spPr/>
    </dgm:pt>
    <dgm:pt modelId="{126627A0-E98D-48A4-ADB7-EC4FFCCC4B43}" type="pres">
      <dgm:prSet presAssocID="{3537892B-F338-4253-8D0D-A47DF454AB7F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2410C401-A386-470A-8F2B-EF08162A2120}" type="presOf" srcId="{6024A832-D4EB-4923-A644-160F7D90ABDE}" destId="{DA504319-D278-4DAF-A9BF-651EEFCF4934}" srcOrd="0" destOrd="0" presId="urn:microsoft.com/office/officeart/2018/2/layout/IconVerticalSolidList"/>
    <dgm:cxn modelId="{35841F03-57FD-4080-91DE-009D6EE261E1}" type="presOf" srcId="{FD79569F-2A03-4FD1-9244-1ECC43A01D54}" destId="{4DA3C3CF-5E63-4212-81F4-28E977C1C2EC}" srcOrd="0" destOrd="0" presId="urn:microsoft.com/office/officeart/2018/2/layout/IconVerticalSolidList"/>
    <dgm:cxn modelId="{7BC9B003-3AF9-46A5-B339-0989C83B7CB6}" srcId="{040D221F-1C07-4170-A1ED-C4000CDB55CD}" destId="{6024A832-D4EB-4923-A644-160F7D90ABDE}" srcOrd="2" destOrd="0" parTransId="{FDB24147-993C-4339-BAFC-57688392D30F}" sibTransId="{E4F4FD2E-5E6F-41CE-BB2F-EFD8C1E8E12C}"/>
    <dgm:cxn modelId="{8E19CE13-F8C1-4D03-B2FF-95BB9664F1C5}" srcId="{040D221F-1C07-4170-A1ED-C4000CDB55CD}" destId="{F9778ED9-D652-4710-9568-E48E28F270FF}" srcOrd="3" destOrd="0" parTransId="{E2AD9D74-8D7C-4B31-8DB5-722C8285C129}" sibTransId="{A61153F6-214C-4BCD-9676-2F8154ECBE39}"/>
    <dgm:cxn modelId="{57C6A217-6F84-40A4-B11B-4A0F0A9F5F30}" type="presOf" srcId="{C89809A4-EA9C-45E5-94C9-AB7850699B81}" destId="{0F8D8FE0-3F50-474F-9B12-ED5A86B01549}" srcOrd="0" destOrd="0" presId="urn:microsoft.com/office/officeart/2018/2/layout/IconVerticalSolidList"/>
    <dgm:cxn modelId="{62318C1C-EDBC-428A-BB7F-7F286CAD8549}" type="presOf" srcId="{040D221F-1C07-4170-A1ED-C4000CDB55CD}" destId="{EBC4391E-09B4-4F2C-A2A2-3DB2BA587477}" srcOrd="0" destOrd="0" presId="urn:microsoft.com/office/officeart/2018/2/layout/IconVerticalSolidList"/>
    <dgm:cxn modelId="{A6CABA1E-03FD-4260-9EE5-F010EE697428}" type="presOf" srcId="{F9778ED9-D652-4710-9568-E48E28F270FF}" destId="{084B9800-EA2D-4BFE-B2CF-2D0566DE8616}" srcOrd="0" destOrd="0" presId="urn:microsoft.com/office/officeart/2018/2/layout/IconVerticalSolidList"/>
    <dgm:cxn modelId="{7C0F8929-8987-4F1F-8752-705E3CA3E140}" type="presOf" srcId="{68919A5C-C6DF-468F-ADD3-DA6862BA70F6}" destId="{7EF797D1-1114-4B55-8FCE-14E821D57239}" srcOrd="0" destOrd="0" presId="urn:microsoft.com/office/officeart/2018/2/layout/IconVerticalSolidList"/>
    <dgm:cxn modelId="{DCE81D64-FBBE-4F2A-B4DF-12DF469C3D26}" srcId="{040D221F-1C07-4170-A1ED-C4000CDB55CD}" destId="{1B8EA7E4-939F-4527-BBBE-E1E744CB4A08}" srcOrd="0" destOrd="0" parTransId="{DBCAFCD5-FA2B-4CD9-BAEE-7A34AF2152CE}" sibTransId="{2443883D-EB4D-428B-B7A1-6155E758046D}"/>
    <dgm:cxn modelId="{D23A2F6A-59EC-4913-8F49-F137C1008655}" srcId="{040D221F-1C07-4170-A1ED-C4000CDB55CD}" destId="{3537892B-F338-4253-8D0D-A47DF454AB7F}" srcOrd="7" destOrd="0" parTransId="{6D737ADB-8B3D-470F-969C-494331DB1FEF}" sibTransId="{174B5F37-ED77-4C2D-83A5-6918D05F7928}"/>
    <dgm:cxn modelId="{7589218D-04B0-480B-A69B-AC5C2285E945}" srcId="{040D221F-1C07-4170-A1ED-C4000CDB55CD}" destId="{118428D5-C2B4-4A97-B7FD-A629C4953D12}" srcOrd="1" destOrd="0" parTransId="{B88EE62C-A569-4043-8B2D-7619C1418488}" sibTransId="{CC0FB689-740C-459C-929D-D95825936E94}"/>
    <dgm:cxn modelId="{8E0B38BC-596C-495E-98FC-ADC7433D98E1}" srcId="{040D221F-1C07-4170-A1ED-C4000CDB55CD}" destId="{FD79569F-2A03-4FD1-9244-1ECC43A01D54}" srcOrd="4" destOrd="0" parTransId="{617919D6-7FDC-4D70-A284-3AB9C26687E6}" sibTransId="{DDF611EB-4DFC-499E-90E5-2928A6326AD7}"/>
    <dgm:cxn modelId="{8A730ABE-B1CA-432F-9191-3B6569D36AF8}" srcId="{040D221F-1C07-4170-A1ED-C4000CDB55CD}" destId="{68919A5C-C6DF-468F-ADD3-DA6862BA70F6}" srcOrd="5" destOrd="0" parTransId="{CDB86E69-D0D5-4396-A116-CCF1D02D89F2}" sibTransId="{A26C56F5-7A2A-4DC0-9350-4F21AA643A4B}"/>
    <dgm:cxn modelId="{EEF6DAC1-C792-4180-9EBD-AEACCFA0F6A9}" srcId="{040D221F-1C07-4170-A1ED-C4000CDB55CD}" destId="{C89809A4-EA9C-45E5-94C9-AB7850699B81}" srcOrd="6" destOrd="0" parTransId="{E54C4A73-B419-4C3B-AA4B-D2E5C9C46062}" sibTransId="{C91ED265-23D4-484A-8BA1-C495EB56771F}"/>
    <dgm:cxn modelId="{F3336BC3-41F8-4906-807E-5AC72FE79A45}" type="presOf" srcId="{3537892B-F338-4253-8D0D-A47DF454AB7F}" destId="{126627A0-E98D-48A4-ADB7-EC4FFCCC4B43}" srcOrd="0" destOrd="0" presId="urn:microsoft.com/office/officeart/2018/2/layout/IconVerticalSolidList"/>
    <dgm:cxn modelId="{1D339EDA-4636-4833-9336-985727C7A152}" type="presOf" srcId="{1B8EA7E4-939F-4527-BBBE-E1E744CB4A08}" destId="{422B3B07-CB01-4531-8161-10243238A665}" srcOrd="0" destOrd="0" presId="urn:microsoft.com/office/officeart/2018/2/layout/IconVerticalSolidList"/>
    <dgm:cxn modelId="{CF8CA4DF-6397-401E-8E28-5533564B67A2}" type="presOf" srcId="{118428D5-C2B4-4A97-B7FD-A629C4953D12}" destId="{EC265896-6478-4F45-A1FF-13119457ED69}" srcOrd="0" destOrd="0" presId="urn:microsoft.com/office/officeart/2018/2/layout/IconVerticalSolidList"/>
    <dgm:cxn modelId="{747FF074-B678-40F1-BFA9-1C1171BDE50B}" type="presParOf" srcId="{EBC4391E-09B4-4F2C-A2A2-3DB2BA587477}" destId="{04C500D7-EDE6-45BF-9741-02957DEA2E5E}" srcOrd="0" destOrd="0" presId="urn:microsoft.com/office/officeart/2018/2/layout/IconVerticalSolidList"/>
    <dgm:cxn modelId="{5C399282-4630-416B-8D21-6034C048B149}" type="presParOf" srcId="{04C500D7-EDE6-45BF-9741-02957DEA2E5E}" destId="{AE741DE2-CA7A-4119-B6DD-F35E40FBB96C}" srcOrd="0" destOrd="0" presId="urn:microsoft.com/office/officeart/2018/2/layout/IconVerticalSolidList"/>
    <dgm:cxn modelId="{9E6E74B3-BFF8-42FC-8B73-DB795CE1567C}" type="presParOf" srcId="{04C500D7-EDE6-45BF-9741-02957DEA2E5E}" destId="{28229D33-2E15-4854-9AB2-80CBF7BFF8D2}" srcOrd="1" destOrd="0" presId="urn:microsoft.com/office/officeart/2018/2/layout/IconVerticalSolidList"/>
    <dgm:cxn modelId="{D6EEC5BC-AB30-4E5E-A2D1-A232C1D2227F}" type="presParOf" srcId="{04C500D7-EDE6-45BF-9741-02957DEA2E5E}" destId="{A8751279-F639-4328-B074-9E98FCD437EA}" srcOrd="2" destOrd="0" presId="urn:microsoft.com/office/officeart/2018/2/layout/IconVerticalSolidList"/>
    <dgm:cxn modelId="{FAF8D1F5-7504-48FF-B1CC-BD1116D795CF}" type="presParOf" srcId="{04C500D7-EDE6-45BF-9741-02957DEA2E5E}" destId="{422B3B07-CB01-4531-8161-10243238A665}" srcOrd="3" destOrd="0" presId="urn:microsoft.com/office/officeart/2018/2/layout/IconVerticalSolidList"/>
    <dgm:cxn modelId="{5CA4E611-E637-409A-B433-825FFB6E138E}" type="presParOf" srcId="{EBC4391E-09B4-4F2C-A2A2-3DB2BA587477}" destId="{236234E4-A7AB-40D6-9C47-7B005275BAA8}" srcOrd="1" destOrd="0" presId="urn:microsoft.com/office/officeart/2018/2/layout/IconVerticalSolidList"/>
    <dgm:cxn modelId="{3B727243-310D-458A-84E4-D4AA8DB36C76}" type="presParOf" srcId="{EBC4391E-09B4-4F2C-A2A2-3DB2BA587477}" destId="{F646C360-007D-4880-9D4E-44E6B4B52B4B}" srcOrd="2" destOrd="0" presId="urn:microsoft.com/office/officeart/2018/2/layout/IconVerticalSolidList"/>
    <dgm:cxn modelId="{35BE243A-4D09-4FD6-8A1B-7F4A9F698042}" type="presParOf" srcId="{F646C360-007D-4880-9D4E-44E6B4B52B4B}" destId="{7EEE5E72-3927-4816-B5E7-E8C1F038715A}" srcOrd="0" destOrd="0" presId="urn:microsoft.com/office/officeart/2018/2/layout/IconVerticalSolidList"/>
    <dgm:cxn modelId="{53F2E393-073D-4341-832B-39965436AF34}" type="presParOf" srcId="{F646C360-007D-4880-9D4E-44E6B4B52B4B}" destId="{7188732B-B94B-4BC0-A1CA-32D26731D4A6}" srcOrd="1" destOrd="0" presId="urn:microsoft.com/office/officeart/2018/2/layout/IconVerticalSolidList"/>
    <dgm:cxn modelId="{343289BD-3F7F-4BF1-B345-9ED0FE36DD74}" type="presParOf" srcId="{F646C360-007D-4880-9D4E-44E6B4B52B4B}" destId="{BD3CAD62-52FE-4B91-9272-C969FFF2DE17}" srcOrd="2" destOrd="0" presId="urn:microsoft.com/office/officeart/2018/2/layout/IconVerticalSolidList"/>
    <dgm:cxn modelId="{B8146940-46AD-4813-8B95-5A61136F4611}" type="presParOf" srcId="{F646C360-007D-4880-9D4E-44E6B4B52B4B}" destId="{EC265896-6478-4F45-A1FF-13119457ED69}" srcOrd="3" destOrd="0" presId="urn:microsoft.com/office/officeart/2018/2/layout/IconVerticalSolidList"/>
    <dgm:cxn modelId="{F0BAD46D-EF44-48C0-A367-84032500A9C0}" type="presParOf" srcId="{EBC4391E-09B4-4F2C-A2A2-3DB2BA587477}" destId="{4FC1FE5E-F90E-46DE-9497-47435701B0AC}" srcOrd="3" destOrd="0" presId="urn:microsoft.com/office/officeart/2018/2/layout/IconVerticalSolidList"/>
    <dgm:cxn modelId="{F0DB7A2F-0459-4125-AFC3-6FB6CEC8C68C}" type="presParOf" srcId="{EBC4391E-09B4-4F2C-A2A2-3DB2BA587477}" destId="{425E4B49-1163-4D51-B773-42261138267B}" srcOrd="4" destOrd="0" presId="urn:microsoft.com/office/officeart/2018/2/layout/IconVerticalSolidList"/>
    <dgm:cxn modelId="{418508E6-94BB-42B5-A884-23C7C6788447}" type="presParOf" srcId="{425E4B49-1163-4D51-B773-42261138267B}" destId="{9656B071-9C2A-47FD-8B4C-7062CBB859BC}" srcOrd="0" destOrd="0" presId="urn:microsoft.com/office/officeart/2018/2/layout/IconVerticalSolidList"/>
    <dgm:cxn modelId="{E64108B9-2521-4739-BD30-BF25AFBDD83A}" type="presParOf" srcId="{425E4B49-1163-4D51-B773-42261138267B}" destId="{5805CDFB-5402-44B2-A71F-37BB8B839A9B}" srcOrd="1" destOrd="0" presId="urn:microsoft.com/office/officeart/2018/2/layout/IconVerticalSolidList"/>
    <dgm:cxn modelId="{DFA839BD-ABBA-4832-B4B9-BD195481715E}" type="presParOf" srcId="{425E4B49-1163-4D51-B773-42261138267B}" destId="{5D010006-4AC0-49FF-80E8-8D1B268777A8}" srcOrd="2" destOrd="0" presId="urn:microsoft.com/office/officeart/2018/2/layout/IconVerticalSolidList"/>
    <dgm:cxn modelId="{027BEC8F-5373-4E8A-A521-2DF28511661A}" type="presParOf" srcId="{425E4B49-1163-4D51-B773-42261138267B}" destId="{DA504319-D278-4DAF-A9BF-651EEFCF4934}" srcOrd="3" destOrd="0" presId="urn:microsoft.com/office/officeart/2018/2/layout/IconVerticalSolidList"/>
    <dgm:cxn modelId="{F8F07D2B-EAE7-4302-AF9E-5E2F6CB5D457}" type="presParOf" srcId="{EBC4391E-09B4-4F2C-A2A2-3DB2BA587477}" destId="{249EA162-A1A4-4DE9-AB74-4CFFF8C5C4CC}" srcOrd="5" destOrd="0" presId="urn:microsoft.com/office/officeart/2018/2/layout/IconVerticalSolidList"/>
    <dgm:cxn modelId="{626CD402-6842-4F32-B1A1-3532758F7B1C}" type="presParOf" srcId="{EBC4391E-09B4-4F2C-A2A2-3DB2BA587477}" destId="{9B5F6931-B0BE-45AB-A788-0B06532DB64B}" srcOrd="6" destOrd="0" presId="urn:microsoft.com/office/officeart/2018/2/layout/IconVerticalSolidList"/>
    <dgm:cxn modelId="{CAE9559C-4416-4C55-8636-AF1FE902A118}" type="presParOf" srcId="{9B5F6931-B0BE-45AB-A788-0B06532DB64B}" destId="{198B9661-DE95-463B-BA11-DF0CFB904A15}" srcOrd="0" destOrd="0" presId="urn:microsoft.com/office/officeart/2018/2/layout/IconVerticalSolidList"/>
    <dgm:cxn modelId="{E3721BB7-CA45-4939-B5F5-136A04924C28}" type="presParOf" srcId="{9B5F6931-B0BE-45AB-A788-0B06532DB64B}" destId="{0D363E26-2B3C-4D9C-8DE2-14D5DE28E8C4}" srcOrd="1" destOrd="0" presId="urn:microsoft.com/office/officeart/2018/2/layout/IconVerticalSolidList"/>
    <dgm:cxn modelId="{7C663B79-BC77-4CF5-AAD7-310F9DF23C92}" type="presParOf" srcId="{9B5F6931-B0BE-45AB-A788-0B06532DB64B}" destId="{7F1ED231-3612-4AF8-BC7C-E4E805E87618}" srcOrd="2" destOrd="0" presId="urn:microsoft.com/office/officeart/2018/2/layout/IconVerticalSolidList"/>
    <dgm:cxn modelId="{389B6BC4-55BE-43BD-86D8-8F7CC2F0619E}" type="presParOf" srcId="{9B5F6931-B0BE-45AB-A788-0B06532DB64B}" destId="{084B9800-EA2D-4BFE-B2CF-2D0566DE8616}" srcOrd="3" destOrd="0" presId="urn:microsoft.com/office/officeart/2018/2/layout/IconVerticalSolidList"/>
    <dgm:cxn modelId="{91931EC7-2C7D-4A16-B34D-853F046E1260}" type="presParOf" srcId="{EBC4391E-09B4-4F2C-A2A2-3DB2BA587477}" destId="{673D1593-85FC-42E8-8DF5-A4114EA212A7}" srcOrd="7" destOrd="0" presId="urn:microsoft.com/office/officeart/2018/2/layout/IconVerticalSolidList"/>
    <dgm:cxn modelId="{147C267C-3017-44B4-83E9-A17DD96F4BE9}" type="presParOf" srcId="{EBC4391E-09B4-4F2C-A2A2-3DB2BA587477}" destId="{0EF37D27-7A19-4A81-B773-04C5F635DF42}" srcOrd="8" destOrd="0" presId="urn:microsoft.com/office/officeart/2018/2/layout/IconVerticalSolidList"/>
    <dgm:cxn modelId="{67EC29BD-3A8C-48AA-AB4D-E8905500BABC}" type="presParOf" srcId="{0EF37D27-7A19-4A81-B773-04C5F635DF42}" destId="{A6B7B40F-74B7-4FFA-9623-E8BCDA3573EF}" srcOrd="0" destOrd="0" presId="urn:microsoft.com/office/officeart/2018/2/layout/IconVerticalSolidList"/>
    <dgm:cxn modelId="{0A794427-C6C3-470C-A767-CABAE841D814}" type="presParOf" srcId="{0EF37D27-7A19-4A81-B773-04C5F635DF42}" destId="{45045ABD-71C5-43A3-90FB-9CE34251EBEE}" srcOrd="1" destOrd="0" presId="urn:microsoft.com/office/officeart/2018/2/layout/IconVerticalSolidList"/>
    <dgm:cxn modelId="{E4302AC5-36A7-491C-91C8-F4921B857B5C}" type="presParOf" srcId="{0EF37D27-7A19-4A81-B773-04C5F635DF42}" destId="{543E8E60-00DF-4A78-B377-830F7B57C46E}" srcOrd="2" destOrd="0" presId="urn:microsoft.com/office/officeart/2018/2/layout/IconVerticalSolidList"/>
    <dgm:cxn modelId="{760DBCE4-E527-4683-9889-9D1DA8507446}" type="presParOf" srcId="{0EF37D27-7A19-4A81-B773-04C5F635DF42}" destId="{4DA3C3CF-5E63-4212-81F4-28E977C1C2EC}" srcOrd="3" destOrd="0" presId="urn:microsoft.com/office/officeart/2018/2/layout/IconVerticalSolidList"/>
    <dgm:cxn modelId="{D13004D9-AB38-42B8-834D-4A155D724DF2}" type="presParOf" srcId="{EBC4391E-09B4-4F2C-A2A2-3DB2BA587477}" destId="{6283D7B4-2668-464D-B182-EB7361D823FC}" srcOrd="9" destOrd="0" presId="urn:microsoft.com/office/officeart/2018/2/layout/IconVerticalSolidList"/>
    <dgm:cxn modelId="{B51D0136-7DFE-4280-B2FE-CA85567FC97E}" type="presParOf" srcId="{EBC4391E-09B4-4F2C-A2A2-3DB2BA587477}" destId="{7D3E4254-8139-4124-BF4C-65637B9FB76F}" srcOrd="10" destOrd="0" presId="urn:microsoft.com/office/officeart/2018/2/layout/IconVerticalSolidList"/>
    <dgm:cxn modelId="{257EB8BD-14BC-45C2-AAEC-3798C64ED034}" type="presParOf" srcId="{7D3E4254-8139-4124-BF4C-65637B9FB76F}" destId="{52FDCEED-43B7-4D89-BA58-1162486B5172}" srcOrd="0" destOrd="0" presId="urn:microsoft.com/office/officeart/2018/2/layout/IconVerticalSolidList"/>
    <dgm:cxn modelId="{8BC4265D-5C1E-488B-AD04-C5D13D34CABC}" type="presParOf" srcId="{7D3E4254-8139-4124-BF4C-65637B9FB76F}" destId="{9760210A-4178-4994-AA4F-BFA12A39A7BC}" srcOrd="1" destOrd="0" presId="urn:microsoft.com/office/officeart/2018/2/layout/IconVerticalSolidList"/>
    <dgm:cxn modelId="{62ABCD4F-A6F9-43A6-9543-44AE84C4A41E}" type="presParOf" srcId="{7D3E4254-8139-4124-BF4C-65637B9FB76F}" destId="{42619E41-F456-4941-9D66-45851B24960A}" srcOrd="2" destOrd="0" presId="urn:microsoft.com/office/officeart/2018/2/layout/IconVerticalSolidList"/>
    <dgm:cxn modelId="{F6E4CCB4-3745-45AB-9BAE-A3EBF84DC96E}" type="presParOf" srcId="{7D3E4254-8139-4124-BF4C-65637B9FB76F}" destId="{7EF797D1-1114-4B55-8FCE-14E821D57239}" srcOrd="3" destOrd="0" presId="urn:microsoft.com/office/officeart/2018/2/layout/IconVerticalSolidList"/>
    <dgm:cxn modelId="{B19F4EFE-4F35-4F4F-BF60-8FE5F9A03912}" type="presParOf" srcId="{EBC4391E-09B4-4F2C-A2A2-3DB2BA587477}" destId="{B45B3CE8-9DB8-486C-B0B1-2E21E8DC6031}" srcOrd="11" destOrd="0" presId="urn:microsoft.com/office/officeart/2018/2/layout/IconVerticalSolidList"/>
    <dgm:cxn modelId="{856FC61E-036A-4E0F-A9EE-19E16C238C17}" type="presParOf" srcId="{EBC4391E-09B4-4F2C-A2A2-3DB2BA587477}" destId="{7CA26704-2C1F-4FA5-8E00-8641E0B555B7}" srcOrd="12" destOrd="0" presId="urn:microsoft.com/office/officeart/2018/2/layout/IconVerticalSolidList"/>
    <dgm:cxn modelId="{EB884754-D9CE-46F4-85B0-162601D60390}" type="presParOf" srcId="{7CA26704-2C1F-4FA5-8E00-8641E0B555B7}" destId="{8A2B748F-D0DF-4F68-A88D-3530A5348FD6}" srcOrd="0" destOrd="0" presId="urn:microsoft.com/office/officeart/2018/2/layout/IconVerticalSolidList"/>
    <dgm:cxn modelId="{84465C31-7AEB-4ACC-AA50-2F5038E25227}" type="presParOf" srcId="{7CA26704-2C1F-4FA5-8E00-8641E0B555B7}" destId="{533D1199-5FAF-44C7-AD88-D7BEAFBE3E04}" srcOrd="1" destOrd="0" presId="urn:microsoft.com/office/officeart/2018/2/layout/IconVerticalSolidList"/>
    <dgm:cxn modelId="{4141A06D-93AF-4C9F-AAA2-757C0A3AB262}" type="presParOf" srcId="{7CA26704-2C1F-4FA5-8E00-8641E0B555B7}" destId="{364846A0-EFF9-412B-9795-B47A24F5BEE2}" srcOrd="2" destOrd="0" presId="urn:microsoft.com/office/officeart/2018/2/layout/IconVerticalSolidList"/>
    <dgm:cxn modelId="{228ABED3-18A1-44F3-812D-2B0C4C564A72}" type="presParOf" srcId="{7CA26704-2C1F-4FA5-8E00-8641E0B555B7}" destId="{0F8D8FE0-3F50-474F-9B12-ED5A86B01549}" srcOrd="3" destOrd="0" presId="urn:microsoft.com/office/officeart/2018/2/layout/IconVerticalSolidList"/>
    <dgm:cxn modelId="{8D197E02-E333-4236-8E10-A45AD87723B1}" type="presParOf" srcId="{EBC4391E-09B4-4F2C-A2A2-3DB2BA587477}" destId="{49844D4D-BC62-4A16-BFA6-F0E4AE161CF2}" srcOrd="13" destOrd="0" presId="urn:microsoft.com/office/officeart/2018/2/layout/IconVerticalSolidList"/>
    <dgm:cxn modelId="{544D26CD-3949-49FB-B3D4-4D1C4B36FA34}" type="presParOf" srcId="{EBC4391E-09B4-4F2C-A2A2-3DB2BA587477}" destId="{34F80F25-EF3B-4E66-8B8D-9ADBB986CF4F}" srcOrd="14" destOrd="0" presId="urn:microsoft.com/office/officeart/2018/2/layout/IconVerticalSolidList"/>
    <dgm:cxn modelId="{5C21F6CE-A9D7-4468-AA58-3B15317C1F2C}" type="presParOf" srcId="{34F80F25-EF3B-4E66-8B8D-9ADBB986CF4F}" destId="{76A5593A-FCBC-4950-A6C1-F8970727B761}" srcOrd="0" destOrd="0" presId="urn:microsoft.com/office/officeart/2018/2/layout/IconVerticalSolidList"/>
    <dgm:cxn modelId="{F0EBCF76-6FF8-40FA-AB13-6E84DDD61ABE}" type="presParOf" srcId="{34F80F25-EF3B-4E66-8B8D-9ADBB986CF4F}" destId="{9F7DC710-3471-4254-AD02-2802C4472600}" srcOrd="1" destOrd="0" presId="urn:microsoft.com/office/officeart/2018/2/layout/IconVerticalSolidList"/>
    <dgm:cxn modelId="{71FF7F0F-B8DB-4609-A164-936AA255EE92}" type="presParOf" srcId="{34F80F25-EF3B-4E66-8B8D-9ADBB986CF4F}" destId="{A6EDED12-5840-47D2-8349-7D9CBE0F13B5}" srcOrd="2" destOrd="0" presId="urn:microsoft.com/office/officeart/2018/2/layout/IconVerticalSolidList"/>
    <dgm:cxn modelId="{3D0FC864-F1FB-4DAC-8D7E-FC48A7962687}" type="presParOf" srcId="{34F80F25-EF3B-4E66-8B8D-9ADBB986CF4F}" destId="{126627A0-E98D-48A4-ADB7-EC4FFCCC4B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FC8976-9372-45F7-A26F-E9928519ABF9}" type="doc">
      <dgm:prSet loTypeId="urn:microsoft.com/office/officeart/2005/8/layout/vList2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56CD62B1-DE4E-4A26-84BC-B8AF4328E1E5}">
      <dgm:prSet custT="1"/>
      <dgm:spPr/>
      <dgm:t>
        <a:bodyPr/>
        <a:lstStyle/>
        <a:p>
          <a:r>
            <a:rPr lang="en-US" sz="1800" b="0">
              <a:latin typeface="Times New Roman" panose="02020603050405020304" pitchFamily="18" charset="0"/>
              <a:cs typeface="Times New Roman" panose="02020603050405020304" pitchFamily="18" charset="0"/>
            </a:rPr>
            <a:t>Chronic pain affects millions worldwide and relies on subjective reporting.</a:t>
          </a:r>
          <a:endParaRPr lang="en-US" sz="18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958CA7-4AF1-41EA-BA1D-820BD52A9C96}" type="parTrans" cxnId="{3BE79523-14DD-4EF0-9A81-71A9E56137AD}">
      <dgm:prSet/>
      <dgm:spPr/>
      <dgm:t>
        <a:bodyPr/>
        <a:lstStyle/>
        <a:p>
          <a:endParaRPr lang="en-US"/>
        </a:p>
      </dgm:t>
    </dgm:pt>
    <dgm:pt modelId="{00B65ED1-D365-4895-8C5E-75B94017EE60}" type="sibTrans" cxnId="{3BE79523-14DD-4EF0-9A81-71A9E56137AD}">
      <dgm:prSet/>
      <dgm:spPr/>
      <dgm:t>
        <a:bodyPr/>
        <a:lstStyle/>
        <a:p>
          <a:endParaRPr lang="en-US"/>
        </a:p>
      </dgm:t>
    </dgm:pt>
    <dgm:pt modelId="{6377CC9B-D3C0-44EF-94AF-860ACCD1DF24}">
      <dgm:prSet custT="1"/>
      <dgm:spPr/>
      <dgm:t>
        <a:bodyPr/>
        <a:lstStyle/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This project uses wearable physiological signals to classify pain levels</a:t>
          </a:r>
        </a:p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(1–8).</a:t>
          </a:r>
        </a:p>
      </dgm:t>
    </dgm:pt>
    <dgm:pt modelId="{E44FCA4E-18AC-47A1-8DE7-05C098CFFE0B}" type="parTrans" cxnId="{173B0AA5-953B-4E6E-8801-3375A0D3E807}">
      <dgm:prSet/>
      <dgm:spPr/>
      <dgm:t>
        <a:bodyPr/>
        <a:lstStyle/>
        <a:p>
          <a:endParaRPr lang="en-US"/>
        </a:p>
      </dgm:t>
    </dgm:pt>
    <dgm:pt modelId="{866CBA6F-71FB-4388-BDF7-B20396F41BDC}" type="sibTrans" cxnId="{173B0AA5-953B-4E6E-8801-3375A0D3E807}">
      <dgm:prSet/>
      <dgm:spPr/>
      <dgm:t>
        <a:bodyPr/>
        <a:lstStyle/>
        <a:p>
          <a:endParaRPr lang="en-US"/>
        </a:p>
      </dgm:t>
    </dgm:pt>
    <dgm:pt modelId="{C04C6175-7A46-472A-B45B-11A41124812C}">
      <dgm:prSet custT="1"/>
      <dgm:spPr/>
      <dgm:t>
        <a:bodyPr/>
        <a:lstStyle/>
        <a:p>
          <a:r>
            <a:rPr lang="en-US" sz="1800" b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model helps to improves accuracy and provides real-time monitoring.</a:t>
          </a:r>
          <a:endParaRPr lang="en-US" sz="18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3701E2-A735-47CC-B88E-54A5087B23A5}" type="parTrans" cxnId="{F2F67C5D-476B-453F-BB91-48DE3CF5AE4C}">
      <dgm:prSet/>
      <dgm:spPr/>
      <dgm:t>
        <a:bodyPr/>
        <a:lstStyle/>
        <a:p>
          <a:endParaRPr lang="en-US"/>
        </a:p>
      </dgm:t>
    </dgm:pt>
    <dgm:pt modelId="{FB1A3A26-BE05-489C-9E22-E83D99B4CFF9}" type="sibTrans" cxnId="{F2F67C5D-476B-453F-BB91-48DE3CF5AE4C}">
      <dgm:prSet/>
      <dgm:spPr/>
      <dgm:t>
        <a:bodyPr/>
        <a:lstStyle/>
        <a:p>
          <a:endParaRPr lang="en-US"/>
        </a:p>
      </dgm:t>
    </dgm:pt>
    <dgm:pt modelId="{0B84BEDA-0E65-43AC-9F73-BC5EB8B736B5}" type="pres">
      <dgm:prSet presAssocID="{18FC8976-9372-45F7-A26F-E9928519ABF9}" presName="linear" presStyleCnt="0">
        <dgm:presLayoutVars>
          <dgm:animLvl val="lvl"/>
          <dgm:resizeHandles val="exact"/>
        </dgm:presLayoutVars>
      </dgm:prSet>
      <dgm:spPr/>
    </dgm:pt>
    <dgm:pt modelId="{30FDD8A7-2919-4E81-8EA6-D30F866503E4}" type="pres">
      <dgm:prSet presAssocID="{56CD62B1-DE4E-4A26-84BC-B8AF4328E1E5}" presName="parentText" presStyleLbl="node1" presStyleIdx="0" presStyleCnt="3" custLinFactNeighborX="-2001" custLinFactNeighborY="41642">
        <dgm:presLayoutVars>
          <dgm:chMax val="0"/>
          <dgm:bulletEnabled val="1"/>
        </dgm:presLayoutVars>
      </dgm:prSet>
      <dgm:spPr/>
    </dgm:pt>
    <dgm:pt modelId="{EED07A6C-82BE-4413-957B-663CB2DC6BCB}" type="pres">
      <dgm:prSet presAssocID="{00B65ED1-D365-4895-8C5E-75B94017EE60}" presName="spacer" presStyleCnt="0"/>
      <dgm:spPr/>
    </dgm:pt>
    <dgm:pt modelId="{52628076-554A-4B70-B48A-4A9F96515FD3}" type="pres">
      <dgm:prSet presAssocID="{6377CC9B-D3C0-44EF-94AF-860ACCD1DF2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601C2C-C1CF-481A-92AA-635F1FF3B7E7}" type="pres">
      <dgm:prSet presAssocID="{866CBA6F-71FB-4388-BDF7-B20396F41BDC}" presName="spacer" presStyleCnt="0"/>
      <dgm:spPr/>
    </dgm:pt>
    <dgm:pt modelId="{634FF1AE-9EEA-418F-B38E-38DABE4A6249}" type="pres">
      <dgm:prSet presAssocID="{C04C6175-7A46-472A-B45B-11A41124812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820EB05-E086-4613-A1B5-5E0E09A3034A}" type="presOf" srcId="{6377CC9B-D3C0-44EF-94AF-860ACCD1DF24}" destId="{52628076-554A-4B70-B48A-4A9F96515FD3}" srcOrd="0" destOrd="0" presId="urn:microsoft.com/office/officeart/2005/8/layout/vList2"/>
    <dgm:cxn modelId="{3BE79523-14DD-4EF0-9A81-71A9E56137AD}" srcId="{18FC8976-9372-45F7-A26F-E9928519ABF9}" destId="{56CD62B1-DE4E-4A26-84BC-B8AF4328E1E5}" srcOrd="0" destOrd="0" parTransId="{18958CA7-4AF1-41EA-BA1D-820BD52A9C96}" sibTransId="{00B65ED1-D365-4895-8C5E-75B94017EE60}"/>
    <dgm:cxn modelId="{8478EB3B-1BF2-44B8-A502-68D71B24BB83}" type="presOf" srcId="{56CD62B1-DE4E-4A26-84BC-B8AF4328E1E5}" destId="{30FDD8A7-2919-4E81-8EA6-D30F866503E4}" srcOrd="0" destOrd="0" presId="urn:microsoft.com/office/officeart/2005/8/layout/vList2"/>
    <dgm:cxn modelId="{F2F67C5D-476B-453F-BB91-48DE3CF5AE4C}" srcId="{18FC8976-9372-45F7-A26F-E9928519ABF9}" destId="{C04C6175-7A46-472A-B45B-11A41124812C}" srcOrd="2" destOrd="0" parTransId="{493701E2-A735-47CC-B88E-54A5087B23A5}" sibTransId="{FB1A3A26-BE05-489C-9E22-E83D99B4CFF9}"/>
    <dgm:cxn modelId="{9343F94D-74E5-4274-B85A-5DB7F24F2AEB}" type="presOf" srcId="{18FC8976-9372-45F7-A26F-E9928519ABF9}" destId="{0B84BEDA-0E65-43AC-9F73-BC5EB8B736B5}" srcOrd="0" destOrd="0" presId="urn:microsoft.com/office/officeart/2005/8/layout/vList2"/>
    <dgm:cxn modelId="{173B0AA5-953B-4E6E-8801-3375A0D3E807}" srcId="{18FC8976-9372-45F7-A26F-E9928519ABF9}" destId="{6377CC9B-D3C0-44EF-94AF-860ACCD1DF24}" srcOrd="1" destOrd="0" parTransId="{E44FCA4E-18AC-47A1-8DE7-05C098CFFE0B}" sibTransId="{866CBA6F-71FB-4388-BDF7-B20396F41BDC}"/>
    <dgm:cxn modelId="{0A80BCCF-FE1B-4575-9E9F-CCE51346DD4B}" type="presOf" srcId="{C04C6175-7A46-472A-B45B-11A41124812C}" destId="{634FF1AE-9EEA-418F-B38E-38DABE4A6249}" srcOrd="0" destOrd="0" presId="urn:microsoft.com/office/officeart/2005/8/layout/vList2"/>
    <dgm:cxn modelId="{E023866E-4A48-41DD-924B-5A3433568B4E}" type="presParOf" srcId="{0B84BEDA-0E65-43AC-9F73-BC5EB8B736B5}" destId="{30FDD8A7-2919-4E81-8EA6-D30F866503E4}" srcOrd="0" destOrd="0" presId="urn:microsoft.com/office/officeart/2005/8/layout/vList2"/>
    <dgm:cxn modelId="{64D70626-3807-4AE1-9137-023DBC0AFA3B}" type="presParOf" srcId="{0B84BEDA-0E65-43AC-9F73-BC5EB8B736B5}" destId="{EED07A6C-82BE-4413-957B-663CB2DC6BCB}" srcOrd="1" destOrd="0" presId="urn:microsoft.com/office/officeart/2005/8/layout/vList2"/>
    <dgm:cxn modelId="{3D3EC5B1-4343-48C1-92D4-EE54E0387192}" type="presParOf" srcId="{0B84BEDA-0E65-43AC-9F73-BC5EB8B736B5}" destId="{52628076-554A-4B70-B48A-4A9F96515FD3}" srcOrd="2" destOrd="0" presId="urn:microsoft.com/office/officeart/2005/8/layout/vList2"/>
    <dgm:cxn modelId="{75197508-5314-4695-87E2-C1CCFF9175BF}" type="presParOf" srcId="{0B84BEDA-0E65-43AC-9F73-BC5EB8B736B5}" destId="{67601C2C-C1CF-481A-92AA-635F1FF3B7E7}" srcOrd="3" destOrd="0" presId="urn:microsoft.com/office/officeart/2005/8/layout/vList2"/>
    <dgm:cxn modelId="{320F114A-516A-4141-8594-8C5BD8374120}" type="presParOf" srcId="{0B84BEDA-0E65-43AC-9F73-BC5EB8B736B5}" destId="{634FF1AE-9EEA-418F-B38E-38DABE4A624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701652-7577-470E-BFA8-18145690C2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424D2C28-73A1-4D12-88F7-9A2C023267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Chronic pain lasts longer than 3 months and impacts physical, emotional, and mental health.</a:t>
          </a:r>
        </a:p>
      </dgm:t>
    </dgm:pt>
    <dgm:pt modelId="{8634B518-EA3C-4FD6-97CF-A17FD70138CF}" type="parTrans" cxnId="{3370C81B-71FF-4B59-955C-0E61BD0CC937}">
      <dgm:prSet/>
      <dgm:spPr/>
      <dgm:t>
        <a:bodyPr/>
        <a:lstStyle/>
        <a:p>
          <a:endParaRPr lang="en-US"/>
        </a:p>
      </dgm:t>
    </dgm:pt>
    <dgm:pt modelId="{1FDDE1E4-E872-40C6-8570-F669093AE38E}" type="sibTrans" cxnId="{3370C81B-71FF-4B59-955C-0E61BD0CC937}">
      <dgm:prSet/>
      <dgm:spPr/>
      <dgm:t>
        <a:bodyPr/>
        <a:lstStyle/>
        <a:p>
          <a:endParaRPr lang="en-US"/>
        </a:p>
      </dgm:t>
    </dgm:pt>
    <dgm:pt modelId="{A3B50572-3084-4302-A631-A586D012F8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Wearable sensors capture measurable physiological changes related to pain.</a:t>
          </a:r>
        </a:p>
      </dgm:t>
    </dgm:pt>
    <dgm:pt modelId="{D6A4CEB5-480A-4A7C-B014-14E04A0527E9}" type="parTrans" cxnId="{BE6C2106-DFD4-4884-9072-988EB28E9EDD}">
      <dgm:prSet/>
      <dgm:spPr/>
      <dgm:t>
        <a:bodyPr/>
        <a:lstStyle/>
        <a:p>
          <a:endParaRPr lang="en-US"/>
        </a:p>
      </dgm:t>
    </dgm:pt>
    <dgm:pt modelId="{2B808B0C-9C99-4F5F-8C2F-12C006AE84B5}" type="sibTrans" cxnId="{BE6C2106-DFD4-4884-9072-988EB28E9EDD}">
      <dgm:prSet/>
      <dgm:spPr/>
      <dgm:t>
        <a:bodyPr/>
        <a:lstStyle/>
        <a:p>
          <a:endParaRPr lang="en-US"/>
        </a:p>
      </dgm:t>
    </dgm:pt>
    <dgm:pt modelId="{D6F84D67-AC60-4247-83A3-8228B2E725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This project develops a machine-learning-based system to classify pain levels using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physiological signals collected from a watch device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D2354A80-867A-401A-BFF8-8BFBF862D0A5}" type="parTrans" cxnId="{2C1050E6-9087-410B-8518-1FCA5D0572A1}">
      <dgm:prSet/>
      <dgm:spPr/>
      <dgm:t>
        <a:bodyPr/>
        <a:lstStyle/>
        <a:p>
          <a:endParaRPr lang="en-US"/>
        </a:p>
      </dgm:t>
    </dgm:pt>
    <dgm:pt modelId="{D4489E28-85DF-4C24-9EA3-0ED37E158EE3}" type="sibTrans" cxnId="{2C1050E6-9087-410B-8518-1FCA5D0572A1}">
      <dgm:prSet/>
      <dgm:spPr/>
      <dgm:t>
        <a:bodyPr/>
        <a:lstStyle/>
        <a:p>
          <a:endParaRPr lang="en-US"/>
        </a:p>
      </dgm:t>
    </dgm:pt>
    <dgm:pt modelId="{2AA38221-9C30-4179-9C4A-5FE68BBAA1C5}" type="pres">
      <dgm:prSet presAssocID="{FD701652-7577-470E-BFA8-18145690C2FB}" presName="root" presStyleCnt="0">
        <dgm:presLayoutVars>
          <dgm:dir/>
          <dgm:resizeHandles val="exact"/>
        </dgm:presLayoutVars>
      </dgm:prSet>
      <dgm:spPr/>
    </dgm:pt>
    <dgm:pt modelId="{30FF5B51-C4E1-4A24-8733-5BFF1EFF628D}" type="pres">
      <dgm:prSet presAssocID="{424D2C28-73A1-4D12-88F7-9A2C0232674F}" presName="compNode" presStyleCnt="0"/>
      <dgm:spPr/>
    </dgm:pt>
    <dgm:pt modelId="{2CC476FC-8E57-49CB-8F44-D4B8D3F2B00A}" type="pres">
      <dgm:prSet presAssocID="{424D2C28-73A1-4D12-88F7-9A2C0232674F}" presName="bgRect" presStyleLbl="bgShp" presStyleIdx="0" presStyleCnt="3"/>
      <dgm:spPr/>
    </dgm:pt>
    <dgm:pt modelId="{E3AD4795-0BE6-4561-B5B8-89C03D71AE17}" type="pres">
      <dgm:prSet presAssocID="{424D2C28-73A1-4D12-88F7-9A2C0232674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93470E1C-85DB-4B9A-9D92-AD527A998A7D}" type="pres">
      <dgm:prSet presAssocID="{424D2C28-73A1-4D12-88F7-9A2C0232674F}" presName="spaceRect" presStyleCnt="0"/>
      <dgm:spPr/>
    </dgm:pt>
    <dgm:pt modelId="{9B18B43A-2B99-4BD2-A9B3-0D29FC659C03}" type="pres">
      <dgm:prSet presAssocID="{424D2C28-73A1-4D12-88F7-9A2C0232674F}" presName="parTx" presStyleLbl="revTx" presStyleIdx="0" presStyleCnt="3">
        <dgm:presLayoutVars>
          <dgm:chMax val="0"/>
          <dgm:chPref val="0"/>
        </dgm:presLayoutVars>
      </dgm:prSet>
      <dgm:spPr/>
    </dgm:pt>
    <dgm:pt modelId="{E75FCCEE-6C5F-4C41-8E98-D84F6D7B45FF}" type="pres">
      <dgm:prSet presAssocID="{1FDDE1E4-E872-40C6-8570-F669093AE38E}" presName="sibTrans" presStyleCnt="0"/>
      <dgm:spPr/>
    </dgm:pt>
    <dgm:pt modelId="{3382A9B6-F333-43F0-A4F3-1489C4EF982B}" type="pres">
      <dgm:prSet presAssocID="{A3B50572-3084-4302-A631-A586D012F880}" presName="compNode" presStyleCnt="0"/>
      <dgm:spPr/>
    </dgm:pt>
    <dgm:pt modelId="{B782C42F-A3D2-4F81-B318-697CE42AA4AE}" type="pres">
      <dgm:prSet presAssocID="{A3B50572-3084-4302-A631-A586D012F880}" presName="bgRect" presStyleLbl="bgShp" presStyleIdx="1" presStyleCnt="3"/>
      <dgm:spPr/>
    </dgm:pt>
    <dgm:pt modelId="{5741328C-F198-4069-9F15-4F13D3B7D5FF}" type="pres">
      <dgm:prSet presAssocID="{A3B50572-3084-4302-A631-A586D012F88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5E77CE5-6504-4316-9E2B-271BA91C76E2}" type="pres">
      <dgm:prSet presAssocID="{A3B50572-3084-4302-A631-A586D012F880}" presName="spaceRect" presStyleCnt="0"/>
      <dgm:spPr/>
    </dgm:pt>
    <dgm:pt modelId="{643D445C-0F57-4E77-A4DE-7517BBB30905}" type="pres">
      <dgm:prSet presAssocID="{A3B50572-3084-4302-A631-A586D012F880}" presName="parTx" presStyleLbl="revTx" presStyleIdx="1" presStyleCnt="3">
        <dgm:presLayoutVars>
          <dgm:chMax val="0"/>
          <dgm:chPref val="0"/>
        </dgm:presLayoutVars>
      </dgm:prSet>
      <dgm:spPr/>
    </dgm:pt>
    <dgm:pt modelId="{B377CE82-3C0A-4B6C-9BCC-BC564F140371}" type="pres">
      <dgm:prSet presAssocID="{2B808B0C-9C99-4F5F-8C2F-12C006AE84B5}" presName="sibTrans" presStyleCnt="0"/>
      <dgm:spPr/>
    </dgm:pt>
    <dgm:pt modelId="{7B543620-BDC6-42B1-B49D-AF12507E2FD1}" type="pres">
      <dgm:prSet presAssocID="{D6F84D67-AC60-4247-83A3-8228B2E72543}" presName="compNode" presStyleCnt="0"/>
      <dgm:spPr/>
    </dgm:pt>
    <dgm:pt modelId="{40FA8013-51DC-4A49-9425-513ECEC10C2A}" type="pres">
      <dgm:prSet presAssocID="{D6F84D67-AC60-4247-83A3-8228B2E72543}" presName="bgRect" presStyleLbl="bgShp" presStyleIdx="2" presStyleCnt="3"/>
      <dgm:spPr/>
    </dgm:pt>
    <dgm:pt modelId="{C164C6AA-FE37-46CF-A8E2-002ECDA08A20}" type="pres">
      <dgm:prSet presAssocID="{D6F84D67-AC60-4247-83A3-8228B2E7254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33C928F-65B8-463D-9C20-949E3C788F3B}" type="pres">
      <dgm:prSet presAssocID="{D6F84D67-AC60-4247-83A3-8228B2E72543}" presName="spaceRect" presStyleCnt="0"/>
      <dgm:spPr/>
    </dgm:pt>
    <dgm:pt modelId="{EB083398-8CCE-451B-B7C5-EA19A5F3D079}" type="pres">
      <dgm:prSet presAssocID="{D6F84D67-AC60-4247-83A3-8228B2E7254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E6C2106-DFD4-4884-9072-988EB28E9EDD}" srcId="{FD701652-7577-470E-BFA8-18145690C2FB}" destId="{A3B50572-3084-4302-A631-A586D012F880}" srcOrd="1" destOrd="0" parTransId="{D6A4CEB5-480A-4A7C-B014-14E04A0527E9}" sibTransId="{2B808B0C-9C99-4F5F-8C2F-12C006AE84B5}"/>
    <dgm:cxn modelId="{3370C81B-71FF-4B59-955C-0E61BD0CC937}" srcId="{FD701652-7577-470E-BFA8-18145690C2FB}" destId="{424D2C28-73A1-4D12-88F7-9A2C0232674F}" srcOrd="0" destOrd="0" parTransId="{8634B518-EA3C-4FD6-97CF-A17FD70138CF}" sibTransId="{1FDDE1E4-E872-40C6-8570-F669093AE38E}"/>
    <dgm:cxn modelId="{1BF7CD2C-596D-4C5E-9081-C8C85C8C0E48}" type="presOf" srcId="{FD701652-7577-470E-BFA8-18145690C2FB}" destId="{2AA38221-9C30-4179-9C4A-5FE68BBAA1C5}" srcOrd="0" destOrd="0" presId="urn:microsoft.com/office/officeart/2018/2/layout/IconVerticalSolidList"/>
    <dgm:cxn modelId="{B3BB0761-B42C-478E-A8EB-501B15B3AF02}" type="presOf" srcId="{424D2C28-73A1-4D12-88F7-9A2C0232674F}" destId="{9B18B43A-2B99-4BD2-A9B3-0D29FC659C03}" srcOrd="0" destOrd="0" presId="urn:microsoft.com/office/officeart/2018/2/layout/IconVerticalSolidList"/>
    <dgm:cxn modelId="{FF6FD852-7EB1-49E1-A031-93D675B2A7D4}" type="presOf" srcId="{D6F84D67-AC60-4247-83A3-8228B2E72543}" destId="{EB083398-8CCE-451B-B7C5-EA19A5F3D079}" srcOrd="0" destOrd="0" presId="urn:microsoft.com/office/officeart/2018/2/layout/IconVerticalSolidList"/>
    <dgm:cxn modelId="{D86538B2-A8A8-496A-958E-508F1D224843}" type="presOf" srcId="{A3B50572-3084-4302-A631-A586D012F880}" destId="{643D445C-0F57-4E77-A4DE-7517BBB30905}" srcOrd="0" destOrd="0" presId="urn:microsoft.com/office/officeart/2018/2/layout/IconVerticalSolidList"/>
    <dgm:cxn modelId="{2C1050E6-9087-410B-8518-1FCA5D0572A1}" srcId="{FD701652-7577-470E-BFA8-18145690C2FB}" destId="{D6F84D67-AC60-4247-83A3-8228B2E72543}" srcOrd="2" destOrd="0" parTransId="{D2354A80-867A-401A-BFF8-8BFBF862D0A5}" sibTransId="{D4489E28-85DF-4C24-9EA3-0ED37E158EE3}"/>
    <dgm:cxn modelId="{4A1F248E-831D-4623-BE77-A7558B987374}" type="presParOf" srcId="{2AA38221-9C30-4179-9C4A-5FE68BBAA1C5}" destId="{30FF5B51-C4E1-4A24-8733-5BFF1EFF628D}" srcOrd="0" destOrd="0" presId="urn:microsoft.com/office/officeart/2018/2/layout/IconVerticalSolidList"/>
    <dgm:cxn modelId="{B4760547-B001-40D5-A941-5802AEF5DD71}" type="presParOf" srcId="{30FF5B51-C4E1-4A24-8733-5BFF1EFF628D}" destId="{2CC476FC-8E57-49CB-8F44-D4B8D3F2B00A}" srcOrd="0" destOrd="0" presId="urn:microsoft.com/office/officeart/2018/2/layout/IconVerticalSolidList"/>
    <dgm:cxn modelId="{A5CF2596-4C47-45AF-A019-400AF187F9E3}" type="presParOf" srcId="{30FF5B51-C4E1-4A24-8733-5BFF1EFF628D}" destId="{E3AD4795-0BE6-4561-B5B8-89C03D71AE17}" srcOrd="1" destOrd="0" presId="urn:microsoft.com/office/officeart/2018/2/layout/IconVerticalSolidList"/>
    <dgm:cxn modelId="{FE53E066-23B5-46C4-91A6-1EF1CEACF2C8}" type="presParOf" srcId="{30FF5B51-C4E1-4A24-8733-5BFF1EFF628D}" destId="{93470E1C-85DB-4B9A-9D92-AD527A998A7D}" srcOrd="2" destOrd="0" presId="urn:microsoft.com/office/officeart/2018/2/layout/IconVerticalSolidList"/>
    <dgm:cxn modelId="{919E87C3-1BD6-4B36-B4CB-DBDF324E9468}" type="presParOf" srcId="{30FF5B51-C4E1-4A24-8733-5BFF1EFF628D}" destId="{9B18B43A-2B99-4BD2-A9B3-0D29FC659C03}" srcOrd="3" destOrd="0" presId="urn:microsoft.com/office/officeart/2018/2/layout/IconVerticalSolidList"/>
    <dgm:cxn modelId="{64411225-C448-4812-AD4F-E6CE2C7F96F5}" type="presParOf" srcId="{2AA38221-9C30-4179-9C4A-5FE68BBAA1C5}" destId="{E75FCCEE-6C5F-4C41-8E98-D84F6D7B45FF}" srcOrd="1" destOrd="0" presId="urn:microsoft.com/office/officeart/2018/2/layout/IconVerticalSolidList"/>
    <dgm:cxn modelId="{B6D77B7E-4514-480A-A6EF-8E205F82D711}" type="presParOf" srcId="{2AA38221-9C30-4179-9C4A-5FE68BBAA1C5}" destId="{3382A9B6-F333-43F0-A4F3-1489C4EF982B}" srcOrd="2" destOrd="0" presId="urn:microsoft.com/office/officeart/2018/2/layout/IconVerticalSolidList"/>
    <dgm:cxn modelId="{91DE77D5-0134-4C2E-A1F6-38F477028209}" type="presParOf" srcId="{3382A9B6-F333-43F0-A4F3-1489C4EF982B}" destId="{B782C42F-A3D2-4F81-B318-697CE42AA4AE}" srcOrd="0" destOrd="0" presId="urn:microsoft.com/office/officeart/2018/2/layout/IconVerticalSolidList"/>
    <dgm:cxn modelId="{C317B9DB-EC77-4A7F-BA74-E9F1D0C8D30E}" type="presParOf" srcId="{3382A9B6-F333-43F0-A4F3-1489C4EF982B}" destId="{5741328C-F198-4069-9F15-4F13D3B7D5FF}" srcOrd="1" destOrd="0" presId="urn:microsoft.com/office/officeart/2018/2/layout/IconVerticalSolidList"/>
    <dgm:cxn modelId="{25B323C2-ECDF-421D-9630-19FD817DEBEA}" type="presParOf" srcId="{3382A9B6-F333-43F0-A4F3-1489C4EF982B}" destId="{55E77CE5-6504-4316-9E2B-271BA91C76E2}" srcOrd="2" destOrd="0" presId="urn:microsoft.com/office/officeart/2018/2/layout/IconVerticalSolidList"/>
    <dgm:cxn modelId="{117DA50B-995F-44EF-BE05-B46E69148E53}" type="presParOf" srcId="{3382A9B6-F333-43F0-A4F3-1489C4EF982B}" destId="{643D445C-0F57-4E77-A4DE-7517BBB30905}" srcOrd="3" destOrd="0" presId="urn:microsoft.com/office/officeart/2018/2/layout/IconVerticalSolidList"/>
    <dgm:cxn modelId="{9283FBBA-829D-475B-806F-16DFA35D6524}" type="presParOf" srcId="{2AA38221-9C30-4179-9C4A-5FE68BBAA1C5}" destId="{B377CE82-3C0A-4B6C-9BCC-BC564F140371}" srcOrd="3" destOrd="0" presId="urn:microsoft.com/office/officeart/2018/2/layout/IconVerticalSolidList"/>
    <dgm:cxn modelId="{45CE8F4C-A5B7-462F-A053-0F208CE0B050}" type="presParOf" srcId="{2AA38221-9C30-4179-9C4A-5FE68BBAA1C5}" destId="{7B543620-BDC6-42B1-B49D-AF12507E2FD1}" srcOrd="4" destOrd="0" presId="urn:microsoft.com/office/officeart/2018/2/layout/IconVerticalSolidList"/>
    <dgm:cxn modelId="{119A2994-4693-4998-A0AD-39D55931EA93}" type="presParOf" srcId="{7B543620-BDC6-42B1-B49D-AF12507E2FD1}" destId="{40FA8013-51DC-4A49-9425-513ECEC10C2A}" srcOrd="0" destOrd="0" presId="urn:microsoft.com/office/officeart/2018/2/layout/IconVerticalSolidList"/>
    <dgm:cxn modelId="{92552F03-C9E2-474A-BCD1-1DB865D864A1}" type="presParOf" srcId="{7B543620-BDC6-42B1-B49D-AF12507E2FD1}" destId="{C164C6AA-FE37-46CF-A8E2-002ECDA08A20}" srcOrd="1" destOrd="0" presId="urn:microsoft.com/office/officeart/2018/2/layout/IconVerticalSolidList"/>
    <dgm:cxn modelId="{7C09D61F-F94C-4E04-BE12-28E7CA2012EA}" type="presParOf" srcId="{7B543620-BDC6-42B1-B49D-AF12507E2FD1}" destId="{633C928F-65B8-463D-9C20-949E3C788F3B}" srcOrd="2" destOrd="0" presId="urn:microsoft.com/office/officeart/2018/2/layout/IconVerticalSolidList"/>
    <dgm:cxn modelId="{E1462BE2-3E66-47EE-AEA8-52A27C527B20}" type="presParOf" srcId="{7B543620-BDC6-42B1-B49D-AF12507E2FD1}" destId="{EB083398-8CCE-451B-B7C5-EA19A5F3D0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741DE2-CA7A-4119-B6DD-F35E40FBB96C}">
      <dsp:nvSpPr>
        <dsp:cNvPr id="0" name=""/>
        <dsp:cNvSpPr/>
      </dsp:nvSpPr>
      <dsp:spPr>
        <a:xfrm>
          <a:off x="0" y="571"/>
          <a:ext cx="8596668" cy="4799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8229D33-2E15-4854-9AB2-80CBF7BFF8D2}">
      <dsp:nvSpPr>
        <dsp:cNvPr id="0" name=""/>
        <dsp:cNvSpPr/>
      </dsp:nvSpPr>
      <dsp:spPr>
        <a:xfrm>
          <a:off x="145184" y="108559"/>
          <a:ext cx="263972" cy="2639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22B3B07-CB01-4531-8161-10243238A665}">
      <dsp:nvSpPr>
        <dsp:cNvPr id="0" name=""/>
        <dsp:cNvSpPr/>
      </dsp:nvSpPr>
      <dsp:spPr>
        <a:xfrm>
          <a:off x="554341" y="571"/>
          <a:ext cx="8042326" cy="479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50795" rIns="50795" bIns="50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</a:t>
          </a:r>
          <a:r>
            <a:rPr lang="en-IN" sz="1600" kern="1200"/>
            <a:t>bstract</a:t>
          </a:r>
          <a:endParaRPr lang="en-US" sz="1600" kern="1200"/>
        </a:p>
      </dsp:txBody>
      <dsp:txXfrm>
        <a:off x="554341" y="571"/>
        <a:ext cx="8042326" cy="479949"/>
      </dsp:txXfrm>
    </dsp:sp>
    <dsp:sp modelId="{7EEE5E72-3927-4816-B5E7-E8C1F038715A}">
      <dsp:nvSpPr>
        <dsp:cNvPr id="0" name=""/>
        <dsp:cNvSpPr/>
      </dsp:nvSpPr>
      <dsp:spPr>
        <a:xfrm>
          <a:off x="0" y="600507"/>
          <a:ext cx="8596668" cy="4799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188732B-B94B-4BC0-A1CA-32D26731D4A6}">
      <dsp:nvSpPr>
        <dsp:cNvPr id="0" name=""/>
        <dsp:cNvSpPr/>
      </dsp:nvSpPr>
      <dsp:spPr>
        <a:xfrm>
          <a:off x="145184" y="708496"/>
          <a:ext cx="263972" cy="2639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C265896-6478-4F45-A1FF-13119457ED69}">
      <dsp:nvSpPr>
        <dsp:cNvPr id="0" name=""/>
        <dsp:cNvSpPr/>
      </dsp:nvSpPr>
      <dsp:spPr>
        <a:xfrm>
          <a:off x="554341" y="600507"/>
          <a:ext cx="8042326" cy="479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50795" rIns="50795" bIns="50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Introduction</a:t>
          </a:r>
          <a:endParaRPr lang="en-US" sz="1600" kern="1200" dirty="0"/>
        </a:p>
      </dsp:txBody>
      <dsp:txXfrm>
        <a:off x="554341" y="600507"/>
        <a:ext cx="8042326" cy="479949"/>
      </dsp:txXfrm>
    </dsp:sp>
    <dsp:sp modelId="{9656B071-9C2A-47FD-8B4C-7062CBB859BC}">
      <dsp:nvSpPr>
        <dsp:cNvPr id="0" name=""/>
        <dsp:cNvSpPr/>
      </dsp:nvSpPr>
      <dsp:spPr>
        <a:xfrm>
          <a:off x="0" y="1200444"/>
          <a:ext cx="8596668" cy="4799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805CDFB-5402-44B2-A71F-37BB8B839A9B}">
      <dsp:nvSpPr>
        <dsp:cNvPr id="0" name=""/>
        <dsp:cNvSpPr/>
      </dsp:nvSpPr>
      <dsp:spPr>
        <a:xfrm>
          <a:off x="145184" y="1308433"/>
          <a:ext cx="263972" cy="2639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A504319-D278-4DAF-A9BF-651EEFCF4934}">
      <dsp:nvSpPr>
        <dsp:cNvPr id="0" name=""/>
        <dsp:cNvSpPr/>
      </dsp:nvSpPr>
      <dsp:spPr>
        <a:xfrm>
          <a:off x="554341" y="1200444"/>
          <a:ext cx="8042326" cy="479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50795" rIns="50795" bIns="50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Existing System</a:t>
          </a:r>
          <a:endParaRPr lang="en-US" sz="1600" kern="1200"/>
        </a:p>
      </dsp:txBody>
      <dsp:txXfrm>
        <a:off x="554341" y="1200444"/>
        <a:ext cx="8042326" cy="479949"/>
      </dsp:txXfrm>
    </dsp:sp>
    <dsp:sp modelId="{198B9661-DE95-463B-BA11-DF0CFB904A15}">
      <dsp:nvSpPr>
        <dsp:cNvPr id="0" name=""/>
        <dsp:cNvSpPr/>
      </dsp:nvSpPr>
      <dsp:spPr>
        <a:xfrm>
          <a:off x="0" y="1800381"/>
          <a:ext cx="8596668" cy="4799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D363E26-2B3C-4D9C-8DE2-14D5DE28E8C4}">
      <dsp:nvSpPr>
        <dsp:cNvPr id="0" name=""/>
        <dsp:cNvSpPr/>
      </dsp:nvSpPr>
      <dsp:spPr>
        <a:xfrm>
          <a:off x="145184" y="1908369"/>
          <a:ext cx="263972" cy="2639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84B9800-EA2D-4BFE-B2CF-2D0566DE8616}">
      <dsp:nvSpPr>
        <dsp:cNvPr id="0" name=""/>
        <dsp:cNvSpPr/>
      </dsp:nvSpPr>
      <dsp:spPr>
        <a:xfrm>
          <a:off x="554341" y="1800381"/>
          <a:ext cx="8042326" cy="479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50795" rIns="50795" bIns="50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Proposed System</a:t>
          </a:r>
          <a:endParaRPr lang="en-US" sz="1600" kern="1200"/>
        </a:p>
      </dsp:txBody>
      <dsp:txXfrm>
        <a:off x="554341" y="1800381"/>
        <a:ext cx="8042326" cy="479949"/>
      </dsp:txXfrm>
    </dsp:sp>
    <dsp:sp modelId="{A6B7B40F-74B7-4FFA-9623-E8BCDA3573EF}">
      <dsp:nvSpPr>
        <dsp:cNvPr id="0" name=""/>
        <dsp:cNvSpPr/>
      </dsp:nvSpPr>
      <dsp:spPr>
        <a:xfrm>
          <a:off x="0" y="2400317"/>
          <a:ext cx="8596668" cy="4799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5045ABD-71C5-43A3-90FB-9CE34251EBEE}">
      <dsp:nvSpPr>
        <dsp:cNvPr id="0" name=""/>
        <dsp:cNvSpPr/>
      </dsp:nvSpPr>
      <dsp:spPr>
        <a:xfrm>
          <a:off x="145184" y="2508306"/>
          <a:ext cx="263972" cy="2639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DA3C3CF-5E63-4212-81F4-28E977C1C2EC}">
      <dsp:nvSpPr>
        <dsp:cNvPr id="0" name=""/>
        <dsp:cNvSpPr/>
      </dsp:nvSpPr>
      <dsp:spPr>
        <a:xfrm>
          <a:off x="554341" y="2400317"/>
          <a:ext cx="8042326" cy="479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50795" rIns="50795" bIns="50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Data Flow Diagram</a:t>
          </a:r>
          <a:endParaRPr lang="en-US" sz="1600" kern="1200"/>
        </a:p>
      </dsp:txBody>
      <dsp:txXfrm>
        <a:off x="554341" y="2400317"/>
        <a:ext cx="8042326" cy="479949"/>
      </dsp:txXfrm>
    </dsp:sp>
    <dsp:sp modelId="{52FDCEED-43B7-4D89-BA58-1162486B5172}">
      <dsp:nvSpPr>
        <dsp:cNvPr id="0" name=""/>
        <dsp:cNvSpPr/>
      </dsp:nvSpPr>
      <dsp:spPr>
        <a:xfrm>
          <a:off x="0" y="3000254"/>
          <a:ext cx="8596668" cy="4799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760210A-4178-4994-AA4F-BFA12A39A7BC}">
      <dsp:nvSpPr>
        <dsp:cNvPr id="0" name=""/>
        <dsp:cNvSpPr/>
      </dsp:nvSpPr>
      <dsp:spPr>
        <a:xfrm>
          <a:off x="145184" y="3108242"/>
          <a:ext cx="263972" cy="2639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EF797D1-1114-4B55-8FCE-14E821D57239}">
      <dsp:nvSpPr>
        <dsp:cNvPr id="0" name=""/>
        <dsp:cNvSpPr/>
      </dsp:nvSpPr>
      <dsp:spPr>
        <a:xfrm>
          <a:off x="554341" y="3000254"/>
          <a:ext cx="8042326" cy="479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50795" rIns="50795" bIns="50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Methodology</a:t>
          </a:r>
          <a:endParaRPr lang="en-US" sz="1600" kern="1200"/>
        </a:p>
      </dsp:txBody>
      <dsp:txXfrm>
        <a:off x="554341" y="3000254"/>
        <a:ext cx="8042326" cy="479949"/>
      </dsp:txXfrm>
    </dsp:sp>
    <dsp:sp modelId="{8A2B748F-D0DF-4F68-A88D-3530A5348FD6}">
      <dsp:nvSpPr>
        <dsp:cNvPr id="0" name=""/>
        <dsp:cNvSpPr/>
      </dsp:nvSpPr>
      <dsp:spPr>
        <a:xfrm>
          <a:off x="0" y="3600190"/>
          <a:ext cx="8596668" cy="4799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33D1199-5FAF-44C7-AD88-D7BEAFBE3E04}">
      <dsp:nvSpPr>
        <dsp:cNvPr id="0" name=""/>
        <dsp:cNvSpPr/>
      </dsp:nvSpPr>
      <dsp:spPr>
        <a:xfrm>
          <a:off x="145184" y="3708179"/>
          <a:ext cx="263972" cy="2639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F8D8FE0-3F50-474F-9B12-ED5A86B01549}">
      <dsp:nvSpPr>
        <dsp:cNvPr id="0" name=""/>
        <dsp:cNvSpPr/>
      </dsp:nvSpPr>
      <dsp:spPr>
        <a:xfrm>
          <a:off x="554341" y="3600190"/>
          <a:ext cx="8042326" cy="479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50795" rIns="50795" bIns="50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Conclusion</a:t>
          </a:r>
          <a:endParaRPr lang="en-US" sz="1600" kern="1200"/>
        </a:p>
      </dsp:txBody>
      <dsp:txXfrm>
        <a:off x="554341" y="3600190"/>
        <a:ext cx="8042326" cy="479949"/>
      </dsp:txXfrm>
    </dsp:sp>
    <dsp:sp modelId="{76A5593A-FCBC-4950-A6C1-F8970727B761}">
      <dsp:nvSpPr>
        <dsp:cNvPr id="0" name=""/>
        <dsp:cNvSpPr/>
      </dsp:nvSpPr>
      <dsp:spPr>
        <a:xfrm>
          <a:off x="0" y="4200127"/>
          <a:ext cx="8596668" cy="4799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F7DC710-3471-4254-AD02-2802C4472600}">
      <dsp:nvSpPr>
        <dsp:cNvPr id="0" name=""/>
        <dsp:cNvSpPr/>
      </dsp:nvSpPr>
      <dsp:spPr>
        <a:xfrm>
          <a:off x="145184" y="4308115"/>
          <a:ext cx="263972" cy="2639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26627A0-E98D-48A4-ADB7-EC4FFCCC4B43}">
      <dsp:nvSpPr>
        <dsp:cNvPr id="0" name=""/>
        <dsp:cNvSpPr/>
      </dsp:nvSpPr>
      <dsp:spPr>
        <a:xfrm>
          <a:off x="554341" y="4200127"/>
          <a:ext cx="8042326" cy="479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50795" rIns="50795" bIns="50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References</a:t>
          </a:r>
          <a:endParaRPr lang="en-US" sz="1600" kern="1200"/>
        </a:p>
      </dsp:txBody>
      <dsp:txXfrm>
        <a:off x="554341" y="4200127"/>
        <a:ext cx="8042326" cy="4799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DD8A7-2919-4E81-8EA6-D30F866503E4}">
      <dsp:nvSpPr>
        <dsp:cNvPr id="0" name=""/>
        <dsp:cNvSpPr/>
      </dsp:nvSpPr>
      <dsp:spPr>
        <a:xfrm>
          <a:off x="0" y="112294"/>
          <a:ext cx="7213600" cy="121680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Chronic pain affects millions worldwide and relies on subjective reporting.</a:t>
          </a:r>
          <a:endParaRPr lang="en-US" sz="18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171693"/>
        <a:ext cx="7094802" cy="1098002"/>
      </dsp:txXfrm>
    </dsp:sp>
    <dsp:sp modelId="{52628076-554A-4B70-B48A-4A9F96515FD3}">
      <dsp:nvSpPr>
        <dsp:cNvPr id="0" name=""/>
        <dsp:cNvSpPr/>
      </dsp:nvSpPr>
      <dsp:spPr>
        <a:xfrm>
          <a:off x="0" y="1438341"/>
          <a:ext cx="7213600" cy="121680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project uses wearable physiological signals to classify pain levels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(1–8).</a:t>
          </a:r>
        </a:p>
      </dsp:txBody>
      <dsp:txXfrm>
        <a:off x="59399" y="1497740"/>
        <a:ext cx="7094802" cy="1098002"/>
      </dsp:txXfrm>
    </dsp:sp>
    <dsp:sp modelId="{634FF1AE-9EEA-418F-B38E-38DABE4A6249}">
      <dsp:nvSpPr>
        <dsp:cNvPr id="0" name=""/>
        <dsp:cNvSpPr/>
      </dsp:nvSpPr>
      <dsp:spPr>
        <a:xfrm>
          <a:off x="0" y="2842341"/>
          <a:ext cx="7213600" cy="121680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Machine learning model helps to improves accuracy and provides real-time monitoring.</a:t>
          </a:r>
          <a:endParaRPr lang="en-US" sz="18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901740"/>
        <a:ext cx="7094802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476FC-8E57-49CB-8F44-D4B8D3F2B00A}">
      <dsp:nvSpPr>
        <dsp:cNvPr id="0" name=""/>
        <dsp:cNvSpPr/>
      </dsp:nvSpPr>
      <dsp:spPr>
        <a:xfrm>
          <a:off x="0" y="499"/>
          <a:ext cx="9618133" cy="1169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D4795-0BE6-4561-B5B8-89C03D71AE17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8B43A-2B99-4BD2-A9B3-0D29FC659C03}">
      <dsp:nvSpPr>
        <dsp:cNvPr id="0" name=""/>
        <dsp:cNvSpPr/>
      </dsp:nvSpPr>
      <dsp:spPr>
        <a:xfrm>
          <a:off x="1350519" y="499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Chronic pain lasts longer than 3 months and impacts physical, emotional, and mental health.</a:t>
          </a:r>
        </a:p>
      </dsp:txBody>
      <dsp:txXfrm>
        <a:off x="1350519" y="499"/>
        <a:ext cx="8267613" cy="1169280"/>
      </dsp:txXfrm>
    </dsp:sp>
    <dsp:sp modelId="{B782C42F-A3D2-4F81-B318-697CE42AA4AE}">
      <dsp:nvSpPr>
        <dsp:cNvPr id="0" name=""/>
        <dsp:cNvSpPr/>
      </dsp:nvSpPr>
      <dsp:spPr>
        <a:xfrm>
          <a:off x="0" y="1462100"/>
          <a:ext cx="9618133" cy="1169280"/>
        </a:xfrm>
        <a:prstGeom prst="roundRect">
          <a:avLst>
            <a:gd name="adj" fmla="val 10000"/>
          </a:avLst>
        </a:prstGeom>
        <a:solidFill>
          <a:schemeClr val="accent5">
            <a:hueOff val="1247628"/>
            <a:satOff val="-25244"/>
            <a:lumOff val="7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1328C-F198-4069-9F15-4F13D3B7D5FF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D445C-0F57-4E77-A4DE-7517BBB30905}">
      <dsp:nvSpPr>
        <dsp:cNvPr id="0" name=""/>
        <dsp:cNvSpPr/>
      </dsp:nvSpPr>
      <dsp:spPr>
        <a:xfrm>
          <a:off x="1350519" y="1462100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Wearable sensors capture measurable physiological changes related to pain.</a:t>
          </a:r>
        </a:p>
      </dsp:txBody>
      <dsp:txXfrm>
        <a:off x="1350519" y="1462100"/>
        <a:ext cx="8267613" cy="1169280"/>
      </dsp:txXfrm>
    </dsp:sp>
    <dsp:sp modelId="{40FA8013-51DC-4A49-9425-513ECEC10C2A}">
      <dsp:nvSpPr>
        <dsp:cNvPr id="0" name=""/>
        <dsp:cNvSpPr/>
      </dsp:nvSpPr>
      <dsp:spPr>
        <a:xfrm>
          <a:off x="0" y="2923701"/>
          <a:ext cx="9618133" cy="1169280"/>
        </a:xfrm>
        <a:prstGeom prst="roundRect">
          <a:avLst>
            <a:gd name="adj" fmla="val 10000"/>
          </a:avLst>
        </a:prstGeom>
        <a:solidFill>
          <a:schemeClr val="accent5">
            <a:hueOff val="2495256"/>
            <a:satOff val="-50489"/>
            <a:lumOff val="1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4C6AA-FE37-46CF-A8E2-002ECDA08A20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83398-8CCE-451B-B7C5-EA19A5F3D079}">
      <dsp:nvSpPr>
        <dsp:cNvPr id="0" name=""/>
        <dsp:cNvSpPr/>
      </dsp:nvSpPr>
      <dsp:spPr>
        <a:xfrm>
          <a:off x="1350519" y="2923701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This project develops a machine-learning-based system to classify pain levels using </a:t>
          </a: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physiological signals collected from a watch device</a:t>
          </a: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1350519" y="2923701"/>
        <a:ext cx="8267613" cy="1169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653CA-67A7-4FE8-A417-869E91BA60A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CB300-CA6D-41EC-9A3E-241B8A868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99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CB300-CA6D-41EC-9A3E-241B8A8680F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47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7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57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1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65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12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63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34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60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6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8319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690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212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104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777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11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28459-FC99-4916-B520-255FF35C7400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02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ata-mining/" TargetMode="External"/><Relationship Id="rId2" Type="http://schemas.openxmlformats.org/officeDocument/2006/relationships/hyperlink" Target="https://www.geeksforgeeks.org/supervised-unsupervised-learn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www.geeksforgeeks.org/mathematics-probability-distributions-set-3-normal-distribution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6">
            <a:extLst>
              <a:ext uri="{FF2B5EF4-FFF2-40B4-BE49-F238E27FC236}">
                <a16:creationId xmlns:a16="http://schemas.microsoft.com/office/drawing/2014/main" id="{60F11666-C7B1-5F96-12F8-FACE366268C7}"/>
              </a:ext>
            </a:extLst>
          </p:cNvPr>
          <p:cNvSpPr txBox="1"/>
          <p:nvPr/>
        </p:nvSpPr>
        <p:spPr>
          <a:xfrm>
            <a:off x="3824697" y="2636475"/>
            <a:ext cx="4824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MCA 2</a:t>
            </a:r>
            <a:r>
              <a:rPr lang="en-IN" sz="2400" b="1" baseline="30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 4th semester   SESSION  2025-26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424D55EB-FD60-BFD6-EDD2-16BD3281D8F1}"/>
              </a:ext>
            </a:extLst>
          </p:cNvPr>
          <p:cNvSpPr txBox="1"/>
          <p:nvPr/>
        </p:nvSpPr>
        <p:spPr>
          <a:xfrm>
            <a:off x="2808801" y="1301140"/>
            <a:ext cx="7027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Chronic Pain Management System</a:t>
            </a:r>
            <a:endParaRPr lang="en-IN" sz="3200" b="1" dirty="0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10698A9-F517-20A4-D173-3BD3C942A1F1}"/>
              </a:ext>
            </a:extLst>
          </p:cNvPr>
          <p:cNvSpPr txBox="1"/>
          <p:nvPr/>
        </p:nvSpPr>
        <p:spPr>
          <a:xfrm>
            <a:off x="858611" y="4355616"/>
            <a:ext cx="4071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Ayush Rawat : 2400520140020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Mujtaba : 2400520140040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Shivam Kumar Gupta : 2400520140062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BBC1FF-2529-4D91-4349-A519668D3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69" y="354930"/>
            <a:ext cx="2077539" cy="189242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999373-CF99-D45A-5B91-DF83912C7024}"/>
              </a:ext>
            </a:extLst>
          </p:cNvPr>
          <p:cNvSpPr txBox="1"/>
          <p:nvPr/>
        </p:nvSpPr>
        <p:spPr>
          <a:xfrm>
            <a:off x="8226969" y="4258164"/>
            <a:ext cx="36140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Upendra Kumar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Varsha Sharma</a:t>
            </a:r>
          </a:p>
        </p:txBody>
      </p:sp>
    </p:spTree>
    <p:extLst>
      <p:ext uri="{BB962C8B-B14F-4D97-AF65-F5344CB8AC3E}">
        <p14:creationId xmlns:p14="http://schemas.microsoft.com/office/powerpoint/2010/main" val="261176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F2F0-79C8-63BF-124A-4BE4F6D6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Table of Contents</a:t>
            </a:r>
            <a:endParaRPr lang="en-I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5DC1A3-1B11-7634-C214-F7A8FE705F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234384"/>
              </p:ext>
            </p:extLst>
          </p:nvPr>
        </p:nvGraphicFramePr>
        <p:xfrm>
          <a:off x="677334" y="1360715"/>
          <a:ext cx="8596668" cy="4680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288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6721-ADD7-B0A6-3F57-0D0AEA01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9811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648E5A-F0C0-6CCE-91CC-E70792C2E8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8025808"/>
              </p:ext>
            </p:extLst>
          </p:nvPr>
        </p:nvGraphicFramePr>
        <p:xfrm>
          <a:off x="1622926" y="1641750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03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93188-A72A-FBD7-63C9-C59763C9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B549FA-215A-F8EE-0603-5DA30CE16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762059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067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52A1-0451-2884-D72C-C61E11E9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484" y="391568"/>
            <a:ext cx="8596668" cy="781878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CD4B48B-EBE3-982E-2F33-FA53305621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4365" y="1073425"/>
            <a:ext cx="8596312" cy="21349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None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Pain assessed using: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Rating Scale (1–8)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Analogue Scale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doctor examination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dependent on patient feedback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continuous, not automated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75C60-1A9A-6560-1BAB-3A497D973DB5}"/>
              </a:ext>
            </a:extLst>
          </p:cNvPr>
          <p:cNvSpPr txBox="1"/>
          <p:nvPr/>
        </p:nvSpPr>
        <p:spPr>
          <a:xfrm>
            <a:off x="1115484" y="3429000"/>
            <a:ext cx="6122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FA513-730E-0DFB-DCBA-980CBF23BCFE}"/>
              </a:ext>
            </a:extLst>
          </p:cNvPr>
          <p:cNvSpPr txBox="1"/>
          <p:nvPr/>
        </p:nvSpPr>
        <p:spPr>
          <a:xfrm>
            <a:off x="1244796" y="3635528"/>
            <a:ext cx="4987263" cy="2949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subjective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Inaccurate for patients who cannot express pain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real-time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capture physiological reactions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predictions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24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5A0F-FDBD-5001-7B63-E045A8DC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979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77690" y="986589"/>
            <a:ext cx="8596312" cy="38798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system that uses </a:t>
            </a:r>
            <a:r>
              <a:rPr lang="en-US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wearable physiological signals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predict pain intensity.</a:t>
            </a:r>
          </a:p>
          <a:p>
            <a:pPr marL="0" indent="0">
              <a:buNone/>
            </a:pPr>
            <a:b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real-time monitoring.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pain using non-invasive sensors.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continuous wearable pain tracking.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pain level on 1–8 scale.</a:t>
            </a:r>
          </a:p>
        </p:txBody>
      </p:sp>
    </p:spTree>
    <p:extLst>
      <p:ext uri="{BB962C8B-B14F-4D97-AF65-F5344CB8AC3E}">
        <p14:creationId xmlns:p14="http://schemas.microsoft.com/office/powerpoint/2010/main" val="359368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EE9B4B-505F-1111-C9A1-C34EF6723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05" y="1131994"/>
            <a:ext cx="8384267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8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09E9-994A-F175-A92B-139073795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00" y="379664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93764" y="1040064"/>
            <a:ext cx="9204325" cy="534218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7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Physiological data collected using wearable biosensors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 Parameters used: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       </a:t>
            </a:r>
            <a:r>
              <a:rPr lang="en-IN" sz="1700" b="1" dirty="0" err="1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IN" sz="1700" b="1" dirty="0">
                <a:solidFill>
                  <a:schemeClr val="accent2">
                    <a:lumMod val="50000"/>
                  </a:schemeClr>
                </a:solidFill>
              </a:rPr>
              <a:t>. 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Heart Rate (HR)                    </a:t>
            </a:r>
            <a:r>
              <a:rPr lang="en-IN" sz="1700" b="1" dirty="0">
                <a:solidFill>
                  <a:schemeClr val="accent2">
                    <a:lumMod val="50000"/>
                  </a:schemeClr>
                </a:solidFill>
              </a:rPr>
              <a:t>ii. 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Electrodermal Activity (EDA)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   </a:t>
            </a:r>
            <a:r>
              <a:rPr lang="en-IN" sz="1700" b="1" dirty="0">
                <a:solidFill>
                  <a:schemeClr val="accent2">
                    <a:lumMod val="50000"/>
                  </a:schemeClr>
                </a:solidFill>
              </a:rPr>
              <a:t>   iii. 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Temperature                       </a:t>
            </a:r>
            <a:r>
              <a:rPr lang="en-IN" sz="1700" b="1" dirty="0">
                <a:solidFill>
                  <a:schemeClr val="accent2">
                    <a:lumMod val="50000"/>
                  </a:schemeClr>
                </a:solidFill>
              </a:rPr>
              <a:t>iv. 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Blood Volume Pulse (BVP)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700" dirty="0">
                <a:solidFill>
                  <a:schemeClr val="accent2">
                    <a:lumMod val="50000"/>
                  </a:schemeClr>
                </a:solidFill>
              </a:rPr>
              <a:t>Dataset obtained from Kaggle for chronic pain prediction analysis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sz="17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Removing missing values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Cleaning noisy sensor data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Feature Extraction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Extraction of important physiological features from sensor signals.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 Features extracted: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        </a:t>
            </a:r>
            <a:r>
              <a:rPr lang="en-US" sz="1700" b="1" dirty="0" err="1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. 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Heart Rate (HR)                                            </a:t>
            </a:r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ii. 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 Electrodermal Activity (EDA) 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        iii. 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Blood Volume Pulse (BVP)                     </a:t>
            </a:r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       iv. 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 Body Temperature </a:t>
            </a:r>
          </a:p>
          <a:p>
            <a:pPr marL="0" indent="0">
              <a:buNone/>
            </a:pPr>
            <a:endParaRPr lang="en-US" sz="17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30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1950F-E664-D147-94EB-7832D73315A2}"/>
              </a:ext>
            </a:extLst>
          </p:cNvPr>
          <p:cNvSpPr txBox="1">
            <a:spLocks/>
          </p:cNvSpPr>
          <p:nvPr/>
        </p:nvSpPr>
        <p:spPr>
          <a:xfrm>
            <a:off x="612517" y="204349"/>
            <a:ext cx="8756073" cy="474682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Model Training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into train/test sets.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trained: Random Forest, SVM, Gradient Boosting.</a:t>
            </a:r>
          </a:p>
          <a:p>
            <a:pPr marL="0" indent="0">
              <a:buFont typeface="Wingdings 3" charset="2"/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Model Evaluation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F1-score, precision, recall.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all 5 pain levels.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ML models.</a:t>
            </a:r>
          </a:p>
          <a:p>
            <a:pPr marL="0" indent="0">
              <a:buFont typeface="Wingdings 3" charset="2"/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Prediction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outputs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 Level (1–8)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compatibility for wearable systems.</a:t>
            </a:r>
          </a:p>
          <a:p>
            <a:pPr marL="0" indent="0">
              <a:buFont typeface="Wingdings 3" charset="2"/>
              <a:buNone/>
            </a:pP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51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94D09-49EE-5986-DC2C-4C6876E45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009" y="963422"/>
            <a:ext cx="9576332" cy="575964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Random Forest:</a:t>
            </a:r>
          </a:p>
          <a:p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 popular machine learning algorithm that belongs to the supervised learning technique. It can be used for both Classification and Regression problems in ML. It is based on the concept of </a:t>
            </a:r>
            <a:r>
              <a:rPr lang="en-US" b="1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learning,</a:t>
            </a:r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which is a process of </a:t>
            </a:r>
            <a:r>
              <a:rPr lang="en-US" b="0" i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multiple classifiers to solve a complex problem and to improve the performance of the model.</a:t>
            </a:r>
            <a:endParaRPr lang="en-US" b="1" i="1" dirty="0"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Random Forest Algorithm">
            <a:extLst>
              <a:ext uri="{FF2B5EF4-FFF2-40B4-BE49-F238E27FC236}">
                <a16:creationId xmlns:a16="http://schemas.microsoft.com/office/drawing/2014/main" id="{73A4AEF9-BB45-8B9D-6A7B-C60C470B7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960" y="2672080"/>
            <a:ext cx="6127782" cy="405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FED623-FEFA-8484-17A5-84411D0D439D}"/>
              </a:ext>
            </a:extLst>
          </p:cNvPr>
          <p:cNvSpPr txBox="1"/>
          <p:nvPr/>
        </p:nvSpPr>
        <p:spPr>
          <a:xfrm>
            <a:off x="684921" y="340090"/>
            <a:ext cx="452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endParaRPr lang="en-IN" sz="28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01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31F9-BF63-7DA2-734F-CDE28BC84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512" y="298383"/>
            <a:ext cx="8720487" cy="6085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b="1" i="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b="1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(KNN)</a:t>
            </a:r>
          </a:p>
          <a:p>
            <a:pPr algn="l" rtl="0" fontAlgn="base"/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 is one of the most basic yet essential classification algorithms in machine learning. It belongs to the </a:t>
            </a:r>
            <a:r>
              <a:rPr lang="en-US" b="0" i="0" u="sng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supervised learning</a:t>
            </a:r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domain and finds intense application in pattern recognition, </a:t>
            </a:r>
            <a:r>
              <a:rPr lang="en-US" b="0" i="0" u="sng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mining</a:t>
            </a:r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intrusion detection.</a:t>
            </a:r>
          </a:p>
          <a:p>
            <a:pPr algn="l" rtl="0" fontAlgn="base"/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disposable in real-life scenarios since it is non-parametric, meaning it does not make any underlying assumptions about the distribution of data (as opposed to other algorithms such as GMM, which assume a </a:t>
            </a:r>
            <a:r>
              <a:rPr lang="en-US" b="0" i="0" u="sng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Gaussian distribution</a:t>
            </a:r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the given data). We are given some prior data (also called training data), which classifies coordinates into groups identified by an attribute</a:t>
            </a:r>
          </a:p>
          <a:p>
            <a:pPr marL="0" indent="0">
              <a:buNone/>
            </a:pP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DE417B-C13A-1F1A-2A79-A4A0D01A7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13" y="2872086"/>
            <a:ext cx="4932072" cy="368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4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E9F54-A181-921F-A8FC-033F45BD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2880"/>
            <a:ext cx="8596668" cy="63326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of Different Models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37D56-E8ED-AD6D-2FF9-DE76A9E0C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82" y="1132840"/>
            <a:ext cx="5541586" cy="4592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751950-E193-3527-5437-22D2B9519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862" y="1132840"/>
            <a:ext cx="5753358" cy="4592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D25E7E-B3DF-97B8-129B-0E38A2ACFE45}"/>
              </a:ext>
            </a:extLst>
          </p:cNvPr>
          <p:cNvSpPr txBox="1"/>
          <p:nvPr/>
        </p:nvSpPr>
        <p:spPr>
          <a:xfrm>
            <a:off x="2194869" y="5874222"/>
            <a:ext cx="1726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Random Forest</a:t>
            </a:r>
          </a:p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Accuracy-79%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C837A-165C-DDEC-3A5E-D71309BE3B3A}"/>
              </a:ext>
            </a:extLst>
          </p:cNvPr>
          <p:cNvSpPr txBox="1"/>
          <p:nvPr/>
        </p:nvSpPr>
        <p:spPr>
          <a:xfrm>
            <a:off x="8085304" y="5874223"/>
            <a:ext cx="158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KNN</a:t>
            </a:r>
          </a:p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Accuracy-72%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908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B9C6-7A27-E40E-13A4-4A355EC8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11" y="213074"/>
            <a:ext cx="8596668" cy="81493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43B2C8-DFDE-F1D8-C972-89BBA75FB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311" y="1125415"/>
            <a:ext cx="10086037" cy="5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38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F162-1022-5788-4092-9783AF97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22" y="654518"/>
            <a:ext cx="8426979" cy="1318661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77689" y="965284"/>
            <a:ext cx="8596312" cy="246371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AI-driven chronic pain management system accurately predicts pain levels using wearable sensor data.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offers objective, continuous, and automated pain assessment, reducing dependency on subjective reporting and improving healthcare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70655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5581-5BDB-6A38-82B1-E5B51C0B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36884"/>
            <a:ext cx="8596668" cy="805314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BFC51-BC5A-33B1-58CD-6FD3169A8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98884"/>
            <a:ext cx="9172519" cy="57591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ouromran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Radhakrishnan, S.,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Kamarthi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of Physiological Sensors, Features, and Machine Learning Models for Pain Intensity Estimation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PLOS ONE, 2021.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Discusses the use of physiological sensors and machine learning models for predicting pain intensity.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Schuurmans, A.A.T., de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Nijhof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K.S., Rosada, C., Popma, A., Otten, R.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Validity of the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Empatica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E4 Wristband to Measure Heart Rate Variability (HRV) Parameters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Journal of Medical Systems, 2020.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Evaluates the accuracy of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Empatica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E4 wristband by comparing it with ECG measurements.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Campanella, S., et al.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for Stress Detection Using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Empatica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E4 Bracelet Signals and Machine-Learning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Sensors, 2023.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Explains stress detection techniques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Empatica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E4 sensor data and machine learning algorithms.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R.D.,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Pain as a Symptom or a Disease: The IASP Classification of Chronic Pain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Pain, 2019.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Explains the definition, classification, and impact of chronic pain as a major health condition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85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0485E37-EA77-77B8-FB5E-E7EFC675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942975"/>
            <a:ext cx="8596312" cy="50990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Raja, S.N.,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Revised International Association for the Study of Pain (IASP) Definition of Pain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Pain, 2020.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Provides the updated medical definition of pain and discusses challenges in pain assessment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Apkarian, A.V.,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Pain Patients Are Impaired on an Emotional Decision-Making Task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Pain, 2004.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Explains how chronic pain affects emotional and psychological well-being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Breivik, H.,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of Chronic Pain in Europe: Prevalence, Impact on Daily Life, and Treatment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European Journal of Pain, 2006.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Presents statistics and real-world effects of chronic pain on patients across different countries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[8]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Pain and Well-Being: A World Health Organization Study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JAMA, 1998.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Highlights the global impact of chronic pain on quality of life and mental health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B.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Charbuty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Abdulazeez, “Classification based on decision tree algorithm for machine learning,” Journal of Applied Science and Technology Trends, vol. 2, no. 01, pp. 20–28, 2021.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[10] M. R. Segal, “Machine learning benchmarks and random forest regression,” 2004.</a:t>
            </a:r>
          </a:p>
        </p:txBody>
      </p:sp>
    </p:spTree>
    <p:extLst>
      <p:ext uri="{BB962C8B-B14F-4D97-AF65-F5344CB8AC3E}">
        <p14:creationId xmlns:p14="http://schemas.microsoft.com/office/powerpoint/2010/main" val="24956812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564</TotalTime>
  <Words>1106</Words>
  <Application>Microsoft Office PowerPoint</Application>
  <PresentationFormat>Widescreen</PresentationFormat>
  <Paragraphs>105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              Table of Contents</vt:lpstr>
      <vt:lpstr>Abstract</vt:lpstr>
      <vt:lpstr>Introduction</vt:lpstr>
      <vt:lpstr>Existing System</vt:lpstr>
      <vt:lpstr>Proposed System</vt:lpstr>
      <vt:lpstr>PowerPoint Presentation</vt:lpstr>
      <vt:lpstr>Methodology</vt:lpstr>
      <vt:lpstr>PowerPoint Presentation</vt:lpstr>
      <vt:lpstr>PowerPoint Presentation</vt:lpstr>
      <vt:lpstr>PowerPoint Presentation</vt:lpstr>
      <vt:lpstr>Accuracy of Different Models</vt:lpstr>
      <vt:lpstr>Sample Output: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 Jaiswal</dc:creator>
  <cp:lastModifiedBy>Shivam Gupta</cp:lastModifiedBy>
  <cp:revision>13</cp:revision>
  <dcterms:created xsi:type="dcterms:W3CDTF">2024-04-22T13:56:18Z</dcterms:created>
  <dcterms:modified xsi:type="dcterms:W3CDTF">2026-06-04T10:21:56Z</dcterms:modified>
</cp:coreProperties>
</file>